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05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04" userDrawn="1">
          <p15:clr>
            <a:srgbClr val="A4A3A4"/>
          </p15:clr>
        </p15:guide>
        <p15:guide id="2" pos="7368" userDrawn="1">
          <p15:clr>
            <a:srgbClr val="A4A3A4"/>
          </p15:clr>
        </p15:guide>
        <p15:guide id="3" orient="horz" pos="472" userDrawn="1">
          <p15:clr>
            <a:srgbClr val="A4A3A4"/>
          </p15:clr>
        </p15:guide>
        <p15:guide id="4" orient="horz" pos="41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7F7"/>
    <a:srgbClr val="003F99"/>
    <a:srgbClr val="232671"/>
    <a:srgbClr val="EAF2E3"/>
    <a:srgbClr val="E2F5FE"/>
    <a:srgbClr val="CFE1F3"/>
    <a:srgbClr val="FEF1C4"/>
    <a:srgbClr val="FDCF15"/>
    <a:srgbClr val="F9F9FA"/>
    <a:srgbClr val="DEEB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078" autoAdjust="0"/>
    <p:restoredTop sz="92321"/>
  </p:normalViewPr>
  <p:slideViewPr>
    <p:cSldViewPr snapToGrid="0" showGuides="1">
      <p:cViewPr varScale="1">
        <p:scale>
          <a:sx n="90" d="100"/>
          <a:sy n="90" d="100"/>
        </p:scale>
        <p:origin x="560" y="192"/>
      </p:cViewPr>
      <p:guideLst>
        <p:guide pos="304"/>
        <p:guide pos="7368"/>
        <p:guide orient="horz" pos="472"/>
        <p:guide orient="horz" pos="4156"/>
      </p:guideLst>
    </p:cSldViewPr>
  </p:slideViewPr>
  <p:outlineViewPr>
    <p:cViewPr>
      <p:scale>
        <a:sx n="33" d="100"/>
        <a:sy n="33" d="100"/>
      </p:scale>
      <p:origin x="0" y="-712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18" d="100"/>
          <a:sy n="118" d="100"/>
        </p:scale>
        <p:origin x="5160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FF7382-B1F7-4D68-995D-F8373CE65DC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886D82-40B8-4175-AE33-CCD3B53A52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637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886D82-40B8-4175-AE33-CCD3B53A526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9555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BD8F6F-08AB-422E-BF07-88B099000C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300" y="1122363"/>
            <a:ext cx="11201400" cy="2387600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B68DE6F-6712-4B07-97EE-B9935CF4B6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0" y="3602038"/>
            <a:ext cx="112141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728316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FA7FF2-BE51-489D-AA15-0DD2A6AA8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6AF0AD-2601-4F52-BC4F-A9D4D9D41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520473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B0259C-CF72-49AD-8FAD-12AB6C7FF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79AC4F-B399-41E7-8954-866E1E09B1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36320"/>
            <a:ext cx="5181600" cy="514064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16E20B4-2A29-48CF-9837-10F7757FB6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036320"/>
            <a:ext cx="5181600" cy="514064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779849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9C42F6-7BC7-4B9F-8BBD-23FE1B41C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196" y="136525"/>
            <a:ext cx="11214100" cy="61515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1904565-16B3-4AD3-A820-2CF381E551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B6875E-AEA4-42E3-A6DA-2440C2C8329E}" type="datetime1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F59F35C-A224-4CAC-B5E9-C90ECF498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6294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1320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45496D6-6340-4D75-9F6E-2AC17D258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487" y="124511"/>
            <a:ext cx="11214100" cy="6151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804680-DAF3-4C26-8CDB-11093A408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868182"/>
            <a:ext cx="11214100" cy="55111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B61E0390-630C-4AF6-B2A1-6CE666C986D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39005" y="397033"/>
            <a:ext cx="2252995" cy="356370"/>
            <a:chOff x="768" y="1292"/>
            <a:chExt cx="5241" cy="829"/>
          </a:xfrm>
          <a:solidFill>
            <a:schemeClr val="accent1"/>
          </a:solidFill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5B8AD57-3ED2-4C7E-9BB6-F795E9E53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7" y="1292"/>
              <a:ext cx="1742" cy="829"/>
            </a:xfrm>
            <a:custGeom>
              <a:avLst/>
              <a:gdLst>
                <a:gd name="T0" fmla="*/ 1742 w 1742"/>
                <a:gd name="T1" fmla="*/ 829 h 829"/>
                <a:gd name="T2" fmla="*/ 851 w 1742"/>
                <a:gd name="T3" fmla="*/ 829 h 829"/>
                <a:gd name="T4" fmla="*/ 851 w 1742"/>
                <a:gd name="T5" fmla="*/ 9 h 829"/>
                <a:gd name="T6" fmla="*/ 751 w 1742"/>
                <a:gd name="T7" fmla="*/ 9 h 829"/>
                <a:gd name="T8" fmla="*/ 751 w 1742"/>
                <a:gd name="T9" fmla="*/ 24 h 829"/>
                <a:gd name="T10" fmla="*/ 724 w 1742"/>
                <a:gd name="T11" fmla="*/ 24 h 829"/>
                <a:gd name="T12" fmla="*/ 724 w 1742"/>
                <a:gd name="T13" fmla="*/ 9 h 829"/>
                <a:gd name="T14" fmla="*/ 258 w 1742"/>
                <a:gd name="T15" fmla="*/ 9 h 829"/>
                <a:gd name="T16" fmla="*/ 258 w 1742"/>
                <a:gd name="T17" fmla="*/ 24 h 829"/>
                <a:gd name="T18" fmla="*/ 231 w 1742"/>
                <a:gd name="T19" fmla="*/ 24 h 829"/>
                <a:gd name="T20" fmla="*/ 231 w 1742"/>
                <a:gd name="T21" fmla="*/ 9 h 829"/>
                <a:gd name="T22" fmla="*/ 132 w 1742"/>
                <a:gd name="T23" fmla="*/ 9 h 829"/>
                <a:gd name="T24" fmla="*/ 132 w 1742"/>
                <a:gd name="T25" fmla="*/ 829 h 829"/>
                <a:gd name="T26" fmla="*/ 0 w 1742"/>
                <a:gd name="T27" fmla="*/ 829 h 829"/>
                <a:gd name="T28" fmla="*/ 0 w 1742"/>
                <a:gd name="T29" fmla="*/ 820 h 829"/>
                <a:gd name="T30" fmla="*/ 123 w 1742"/>
                <a:gd name="T31" fmla="*/ 820 h 829"/>
                <a:gd name="T32" fmla="*/ 123 w 1742"/>
                <a:gd name="T33" fmla="*/ 0 h 829"/>
                <a:gd name="T34" fmla="*/ 239 w 1742"/>
                <a:gd name="T35" fmla="*/ 0 h 829"/>
                <a:gd name="T36" fmla="*/ 239 w 1742"/>
                <a:gd name="T37" fmla="*/ 14 h 829"/>
                <a:gd name="T38" fmla="*/ 250 w 1742"/>
                <a:gd name="T39" fmla="*/ 14 h 829"/>
                <a:gd name="T40" fmla="*/ 250 w 1742"/>
                <a:gd name="T41" fmla="*/ 0 h 829"/>
                <a:gd name="T42" fmla="*/ 732 w 1742"/>
                <a:gd name="T43" fmla="*/ 0 h 829"/>
                <a:gd name="T44" fmla="*/ 732 w 1742"/>
                <a:gd name="T45" fmla="*/ 14 h 829"/>
                <a:gd name="T46" fmla="*/ 743 w 1742"/>
                <a:gd name="T47" fmla="*/ 14 h 829"/>
                <a:gd name="T48" fmla="*/ 743 w 1742"/>
                <a:gd name="T49" fmla="*/ 0 h 829"/>
                <a:gd name="T50" fmla="*/ 861 w 1742"/>
                <a:gd name="T51" fmla="*/ 0 h 829"/>
                <a:gd name="T52" fmla="*/ 861 w 1742"/>
                <a:gd name="T53" fmla="*/ 820 h 829"/>
                <a:gd name="T54" fmla="*/ 1742 w 1742"/>
                <a:gd name="T55" fmla="*/ 820 h 829"/>
                <a:gd name="T56" fmla="*/ 1742 w 1742"/>
                <a:gd name="T57" fmla="*/ 829 h 8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742" h="829">
                  <a:moveTo>
                    <a:pt x="1742" y="829"/>
                  </a:moveTo>
                  <a:lnTo>
                    <a:pt x="851" y="829"/>
                  </a:lnTo>
                  <a:lnTo>
                    <a:pt x="851" y="9"/>
                  </a:lnTo>
                  <a:lnTo>
                    <a:pt x="751" y="9"/>
                  </a:lnTo>
                  <a:lnTo>
                    <a:pt x="751" y="24"/>
                  </a:lnTo>
                  <a:lnTo>
                    <a:pt x="724" y="24"/>
                  </a:lnTo>
                  <a:lnTo>
                    <a:pt x="724" y="9"/>
                  </a:lnTo>
                  <a:lnTo>
                    <a:pt x="258" y="9"/>
                  </a:lnTo>
                  <a:lnTo>
                    <a:pt x="258" y="24"/>
                  </a:lnTo>
                  <a:lnTo>
                    <a:pt x="231" y="24"/>
                  </a:lnTo>
                  <a:lnTo>
                    <a:pt x="231" y="9"/>
                  </a:lnTo>
                  <a:lnTo>
                    <a:pt x="132" y="9"/>
                  </a:lnTo>
                  <a:lnTo>
                    <a:pt x="132" y="829"/>
                  </a:lnTo>
                  <a:lnTo>
                    <a:pt x="0" y="829"/>
                  </a:lnTo>
                  <a:lnTo>
                    <a:pt x="0" y="820"/>
                  </a:lnTo>
                  <a:lnTo>
                    <a:pt x="123" y="820"/>
                  </a:lnTo>
                  <a:lnTo>
                    <a:pt x="123" y="0"/>
                  </a:lnTo>
                  <a:lnTo>
                    <a:pt x="239" y="0"/>
                  </a:lnTo>
                  <a:lnTo>
                    <a:pt x="239" y="14"/>
                  </a:lnTo>
                  <a:lnTo>
                    <a:pt x="250" y="14"/>
                  </a:lnTo>
                  <a:lnTo>
                    <a:pt x="250" y="0"/>
                  </a:lnTo>
                  <a:lnTo>
                    <a:pt x="732" y="0"/>
                  </a:lnTo>
                  <a:lnTo>
                    <a:pt x="732" y="14"/>
                  </a:lnTo>
                  <a:lnTo>
                    <a:pt x="743" y="14"/>
                  </a:lnTo>
                  <a:lnTo>
                    <a:pt x="743" y="0"/>
                  </a:lnTo>
                  <a:lnTo>
                    <a:pt x="861" y="0"/>
                  </a:lnTo>
                  <a:lnTo>
                    <a:pt x="861" y="820"/>
                  </a:lnTo>
                  <a:lnTo>
                    <a:pt x="1742" y="820"/>
                  </a:lnTo>
                  <a:lnTo>
                    <a:pt x="1742" y="8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4798BBCA-0550-45C6-83EF-598917E1E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7" y="1471"/>
              <a:ext cx="482" cy="646"/>
            </a:xfrm>
            <a:custGeom>
              <a:avLst/>
              <a:gdLst>
                <a:gd name="T0" fmla="*/ 482 w 482"/>
                <a:gd name="T1" fmla="*/ 646 h 646"/>
                <a:gd name="T2" fmla="*/ 474 w 482"/>
                <a:gd name="T3" fmla="*/ 646 h 646"/>
                <a:gd name="T4" fmla="*/ 474 w 482"/>
                <a:gd name="T5" fmla="*/ 112 h 646"/>
                <a:gd name="T6" fmla="*/ 433 w 482"/>
                <a:gd name="T7" fmla="*/ 112 h 646"/>
                <a:gd name="T8" fmla="*/ 433 w 482"/>
                <a:gd name="T9" fmla="*/ 79 h 646"/>
                <a:gd name="T10" fmla="*/ 364 w 482"/>
                <a:gd name="T11" fmla="*/ 38 h 646"/>
                <a:gd name="T12" fmla="*/ 320 w 482"/>
                <a:gd name="T13" fmla="*/ 38 h 646"/>
                <a:gd name="T14" fmla="*/ 320 w 482"/>
                <a:gd name="T15" fmla="*/ 9 h 646"/>
                <a:gd name="T16" fmla="*/ 164 w 482"/>
                <a:gd name="T17" fmla="*/ 9 h 646"/>
                <a:gd name="T18" fmla="*/ 164 w 482"/>
                <a:gd name="T19" fmla="*/ 38 h 646"/>
                <a:gd name="T20" fmla="*/ 120 w 482"/>
                <a:gd name="T21" fmla="*/ 38 h 646"/>
                <a:gd name="T22" fmla="*/ 49 w 482"/>
                <a:gd name="T23" fmla="*/ 79 h 646"/>
                <a:gd name="T24" fmla="*/ 49 w 482"/>
                <a:gd name="T25" fmla="*/ 112 h 646"/>
                <a:gd name="T26" fmla="*/ 8 w 482"/>
                <a:gd name="T27" fmla="*/ 112 h 646"/>
                <a:gd name="T28" fmla="*/ 8 w 482"/>
                <a:gd name="T29" fmla="*/ 646 h 646"/>
                <a:gd name="T30" fmla="*/ 0 w 482"/>
                <a:gd name="T31" fmla="*/ 646 h 646"/>
                <a:gd name="T32" fmla="*/ 0 w 482"/>
                <a:gd name="T33" fmla="*/ 102 h 646"/>
                <a:gd name="T34" fmla="*/ 41 w 482"/>
                <a:gd name="T35" fmla="*/ 102 h 646"/>
                <a:gd name="T36" fmla="*/ 41 w 482"/>
                <a:gd name="T37" fmla="*/ 74 h 646"/>
                <a:gd name="T38" fmla="*/ 116 w 482"/>
                <a:gd name="T39" fmla="*/ 29 h 646"/>
                <a:gd name="T40" fmla="*/ 154 w 482"/>
                <a:gd name="T41" fmla="*/ 29 h 646"/>
                <a:gd name="T42" fmla="*/ 154 w 482"/>
                <a:gd name="T43" fmla="*/ 0 h 646"/>
                <a:gd name="T44" fmla="*/ 328 w 482"/>
                <a:gd name="T45" fmla="*/ 0 h 646"/>
                <a:gd name="T46" fmla="*/ 328 w 482"/>
                <a:gd name="T47" fmla="*/ 29 h 646"/>
                <a:gd name="T48" fmla="*/ 366 w 482"/>
                <a:gd name="T49" fmla="*/ 29 h 646"/>
                <a:gd name="T50" fmla="*/ 441 w 482"/>
                <a:gd name="T51" fmla="*/ 74 h 646"/>
                <a:gd name="T52" fmla="*/ 441 w 482"/>
                <a:gd name="T53" fmla="*/ 102 h 646"/>
                <a:gd name="T54" fmla="*/ 482 w 482"/>
                <a:gd name="T55" fmla="*/ 102 h 646"/>
                <a:gd name="T56" fmla="*/ 482 w 482"/>
                <a:gd name="T57" fmla="*/ 646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82" h="646">
                  <a:moveTo>
                    <a:pt x="482" y="646"/>
                  </a:moveTo>
                  <a:lnTo>
                    <a:pt x="474" y="646"/>
                  </a:lnTo>
                  <a:lnTo>
                    <a:pt x="474" y="112"/>
                  </a:lnTo>
                  <a:lnTo>
                    <a:pt x="433" y="112"/>
                  </a:lnTo>
                  <a:lnTo>
                    <a:pt x="433" y="79"/>
                  </a:lnTo>
                  <a:lnTo>
                    <a:pt x="364" y="38"/>
                  </a:lnTo>
                  <a:lnTo>
                    <a:pt x="320" y="38"/>
                  </a:lnTo>
                  <a:lnTo>
                    <a:pt x="320" y="9"/>
                  </a:lnTo>
                  <a:lnTo>
                    <a:pt x="164" y="9"/>
                  </a:lnTo>
                  <a:lnTo>
                    <a:pt x="164" y="38"/>
                  </a:lnTo>
                  <a:lnTo>
                    <a:pt x="120" y="38"/>
                  </a:lnTo>
                  <a:lnTo>
                    <a:pt x="49" y="79"/>
                  </a:lnTo>
                  <a:lnTo>
                    <a:pt x="49" y="112"/>
                  </a:lnTo>
                  <a:lnTo>
                    <a:pt x="8" y="112"/>
                  </a:lnTo>
                  <a:lnTo>
                    <a:pt x="8" y="646"/>
                  </a:lnTo>
                  <a:lnTo>
                    <a:pt x="0" y="646"/>
                  </a:lnTo>
                  <a:lnTo>
                    <a:pt x="0" y="102"/>
                  </a:lnTo>
                  <a:lnTo>
                    <a:pt x="41" y="102"/>
                  </a:lnTo>
                  <a:lnTo>
                    <a:pt x="41" y="74"/>
                  </a:lnTo>
                  <a:lnTo>
                    <a:pt x="116" y="29"/>
                  </a:lnTo>
                  <a:lnTo>
                    <a:pt x="154" y="29"/>
                  </a:lnTo>
                  <a:lnTo>
                    <a:pt x="154" y="0"/>
                  </a:lnTo>
                  <a:lnTo>
                    <a:pt x="328" y="0"/>
                  </a:lnTo>
                  <a:lnTo>
                    <a:pt x="328" y="29"/>
                  </a:lnTo>
                  <a:lnTo>
                    <a:pt x="366" y="29"/>
                  </a:lnTo>
                  <a:lnTo>
                    <a:pt x="441" y="74"/>
                  </a:lnTo>
                  <a:lnTo>
                    <a:pt x="441" y="102"/>
                  </a:lnTo>
                  <a:lnTo>
                    <a:pt x="482" y="102"/>
                  </a:lnTo>
                  <a:lnTo>
                    <a:pt x="482" y="646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73F4C893-2E4D-4A9C-86FD-B9EDA4C97E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8" y="1614"/>
              <a:ext cx="2016" cy="507"/>
            </a:xfrm>
            <a:custGeom>
              <a:avLst/>
              <a:gdLst>
                <a:gd name="T0" fmla="*/ 1125 w 1178"/>
                <a:gd name="T1" fmla="*/ 294 h 294"/>
                <a:gd name="T2" fmla="*/ 1072 w 1178"/>
                <a:gd name="T3" fmla="*/ 231 h 294"/>
                <a:gd name="T4" fmla="*/ 959 w 1178"/>
                <a:gd name="T5" fmla="*/ 111 h 294"/>
                <a:gd name="T6" fmla="*/ 710 w 1178"/>
                <a:gd name="T7" fmla="*/ 53 h 294"/>
                <a:gd name="T8" fmla="*/ 647 w 1178"/>
                <a:gd name="T9" fmla="*/ 53 h 294"/>
                <a:gd name="T10" fmla="*/ 397 w 1178"/>
                <a:gd name="T11" fmla="*/ 111 h 294"/>
                <a:gd name="T12" fmla="*/ 284 w 1178"/>
                <a:gd name="T13" fmla="*/ 231 h 294"/>
                <a:gd name="T14" fmla="*/ 232 w 1178"/>
                <a:gd name="T15" fmla="*/ 294 h 294"/>
                <a:gd name="T16" fmla="*/ 0 w 1178"/>
                <a:gd name="T17" fmla="*/ 289 h 294"/>
                <a:gd name="T18" fmla="*/ 280 w 1178"/>
                <a:gd name="T19" fmla="*/ 227 h 294"/>
                <a:gd name="T20" fmla="*/ 394 w 1178"/>
                <a:gd name="T21" fmla="*/ 107 h 294"/>
                <a:gd name="T22" fmla="*/ 652 w 1178"/>
                <a:gd name="T23" fmla="*/ 51 h 294"/>
                <a:gd name="T24" fmla="*/ 705 w 1178"/>
                <a:gd name="T25" fmla="*/ 51 h 294"/>
                <a:gd name="T26" fmla="*/ 963 w 1178"/>
                <a:gd name="T27" fmla="*/ 107 h 294"/>
                <a:gd name="T28" fmla="*/ 1076 w 1178"/>
                <a:gd name="T29" fmla="*/ 227 h 294"/>
                <a:gd name="T30" fmla="*/ 1178 w 1178"/>
                <a:gd name="T31" fmla="*/ 289 h 294"/>
                <a:gd name="T32" fmla="*/ 1079 w 1178"/>
                <a:gd name="T33" fmla="*/ 294 h 294"/>
                <a:gd name="T34" fmla="*/ 1077 w 1178"/>
                <a:gd name="T35" fmla="*/ 293 h 294"/>
                <a:gd name="T36" fmla="*/ 1014 w 1178"/>
                <a:gd name="T37" fmla="*/ 214 h 294"/>
                <a:gd name="T38" fmla="*/ 838 w 1178"/>
                <a:gd name="T39" fmla="*/ 54 h 294"/>
                <a:gd name="T40" fmla="*/ 715 w 1178"/>
                <a:gd name="T41" fmla="*/ 94 h 294"/>
                <a:gd name="T42" fmla="*/ 690 w 1178"/>
                <a:gd name="T43" fmla="*/ 292 h 294"/>
                <a:gd name="T44" fmla="*/ 685 w 1178"/>
                <a:gd name="T45" fmla="*/ 283 h 294"/>
                <a:gd name="T46" fmla="*/ 760 w 1178"/>
                <a:gd name="T47" fmla="*/ 34 h 294"/>
                <a:gd name="T48" fmla="*/ 1000 w 1178"/>
                <a:gd name="T49" fmla="*/ 190 h 294"/>
                <a:gd name="T50" fmla="*/ 1057 w 1178"/>
                <a:gd name="T51" fmla="*/ 257 h 294"/>
                <a:gd name="T52" fmla="*/ 1081 w 1178"/>
                <a:gd name="T53" fmla="*/ 294 h 294"/>
                <a:gd name="T54" fmla="*/ 277 w 1178"/>
                <a:gd name="T55" fmla="*/ 294 h 294"/>
                <a:gd name="T56" fmla="*/ 300 w 1178"/>
                <a:gd name="T57" fmla="*/ 257 h 294"/>
                <a:gd name="T58" fmla="*/ 356 w 1178"/>
                <a:gd name="T59" fmla="*/ 190 h 294"/>
                <a:gd name="T60" fmla="*/ 597 w 1178"/>
                <a:gd name="T61" fmla="*/ 34 h 294"/>
                <a:gd name="T62" fmla="*/ 672 w 1178"/>
                <a:gd name="T63" fmla="*/ 283 h 294"/>
                <a:gd name="T64" fmla="*/ 666 w 1178"/>
                <a:gd name="T65" fmla="*/ 292 h 294"/>
                <a:gd name="T66" fmla="*/ 641 w 1178"/>
                <a:gd name="T67" fmla="*/ 94 h 294"/>
                <a:gd name="T68" fmla="*/ 519 w 1178"/>
                <a:gd name="T69" fmla="*/ 54 h 294"/>
                <a:gd name="T70" fmla="*/ 342 w 1178"/>
                <a:gd name="T71" fmla="*/ 214 h 294"/>
                <a:gd name="T72" fmla="*/ 280 w 1178"/>
                <a:gd name="T73" fmla="*/ 293 h 294"/>
                <a:gd name="T74" fmla="*/ 277 w 1178"/>
                <a:gd name="T75" fmla="*/ 292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78" h="294">
                  <a:moveTo>
                    <a:pt x="1178" y="294"/>
                  </a:moveTo>
                  <a:cubicBezTo>
                    <a:pt x="1125" y="294"/>
                    <a:pt x="1125" y="294"/>
                    <a:pt x="1125" y="294"/>
                  </a:cubicBezTo>
                  <a:cubicBezTo>
                    <a:pt x="1124" y="293"/>
                    <a:pt x="1124" y="293"/>
                    <a:pt x="1124" y="293"/>
                  </a:cubicBezTo>
                  <a:cubicBezTo>
                    <a:pt x="1124" y="293"/>
                    <a:pt x="1082" y="242"/>
                    <a:pt x="1072" y="231"/>
                  </a:cubicBezTo>
                  <a:cubicBezTo>
                    <a:pt x="1068" y="226"/>
                    <a:pt x="1068" y="226"/>
                    <a:pt x="1068" y="226"/>
                  </a:cubicBezTo>
                  <a:cubicBezTo>
                    <a:pt x="1034" y="186"/>
                    <a:pt x="1000" y="145"/>
                    <a:pt x="959" y="111"/>
                  </a:cubicBezTo>
                  <a:cubicBezTo>
                    <a:pt x="918" y="76"/>
                    <a:pt x="877" y="43"/>
                    <a:pt x="833" y="28"/>
                  </a:cubicBezTo>
                  <a:cubicBezTo>
                    <a:pt x="769" y="6"/>
                    <a:pt x="728" y="14"/>
                    <a:pt x="710" y="53"/>
                  </a:cubicBezTo>
                  <a:cubicBezTo>
                    <a:pt x="705" y="63"/>
                    <a:pt x="683" y="64"/>
                    <a:pt x="678" y="64"/>
                  </a:cubicBezTo>
                  <a:cubicBezTo>
                    <a:pt x="674" y="64"/>
                    <a:pt x="652" y="63"/>
                    <a:pt x="647" y="53"/>
                  </a:cubicBezTo>
                  <a:cubicBezTo>
                    <a:pt x="629" y="14"/>
                    <a:pt x="587" y="6"/>
                    <a:pt x="524" y="28"/>
                  </a:cubicBezTo>
                  <a:cubicBezTo>
                    <a:pt x="479" y="43"/>
                    <a:pt x="439" y="76"/>
                    <a:pt x="397" y="111"/>
                  </a:cubicBezTo>
                  <a:cubicBezTo>
                    <a:pt x="357" y="145"/>
                    <a:pt x="322" y="186"/>
                    <a:pt x="289" y="226"/>
                  </a:cubicBezTo>
                  <a:cubicBezTo>
                    <a:pt x="284" y="231"/>
                    <a:pt x="284" y="231"/>
                    <a:pt x="284" y="231"/>
                  </a:cubicBezTo>
                  <a:cubicBezTo>
                    <a:pt x="275" y="242"/>
                    <a:pt x="233" y="293"/>
                    <a:pt x="232" y="293"/>
                  </a:cubicBezTo>
                  <a:cubicBezTo>
                    <a:pt x="232" y="294"/>
                    <a:pt x="232" y="294"/>
                    <a:pt x="232" y="294"/>
                  </a:cubicBezTo>
                  <a:cubicBezTo>
                    <a:pt x="0" y="294"/>
                    <a:pt x="0" y="294"/>
                    <a:pt x="0" y="294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229" y="289"/>
                    <a:pt x="229" y="289"/>
                    <a:pt x="229" y="289"/>
                  </a:cubicBezTo>
                  <a:cubicBezTo>
                    <a:pt x="235" y="282"/>
                    <a:pt x="271" y="238"/>
                    <a:pt x="280" y="227"/>
                  </a:cubicBezTo>
                  <a:cubicBezTo>
                    <a:pt x="285" y="222"/>
                    <a:pt x="285" y="222"/>
                    <a:pt x="285" y="222"/>
                  </a:cubicBezTo>
                  <a:cubicBezTo>
                    <a:pt x="318" y="183"/>
                    <a:pt x="353" y="141"/>
                    <a:pt x="394" y="107"/>
                  </a:cubicBezTo>
                  <a:cubicBezTo>
                    <a:pt x="436" y="72"/>
                    <a:pt x="477" y="39"/>
                    <a:pt x="522" y="23"/>
                  </a:cubicBezTo>
                  <a:cubicBezTo>
                    <a:pt x="589" y="0"/>
                    <a:pt x="632" y="9"/>
                    <a:pt x="652" y="51"/>
                  </a:cubicBezTo>
                  <a:cubicBezTo>
                    <a:pt x="654" y="56"/>
                    <a:pt x="667" y="58"/>
                    <a:pt x="678" y="58"/>
                  </a:cubicBezTo>
                  <a:cubicBezTo>
                    <a:pt x="690" y="58"/>
                    <a:pt x="703" y="56"/>
                    <a:pt x="705" y="51"/>
                  </a:cubicBezTo>
                  <a:cubicBezTo>
                    <a:pt x="724" y="9"/>
                    <a:pt x="768" y="0"/>
                    <a:pt x="834" y="23"/>
                  </a:cubicBezTo>
                  <a:cubicBezTo>
                    <a:pt x="880" y="39"/>
                    <a:pt x="921" y="72"/>
                    <a:pt x="963" y="107"/>
                  </a:cubicBezTo>
                  <a:cubicBezTo>
                    <a:pt x="1003" y="141"/>
                    <a:pt x="1038" y="183"/>
                    <a:pt x="1072" y="222"/>
                  </a:cubicBezTo>
                  <a:cubicBezTo>
                    <a:pt x="1076" y="227"/>
                    <a:pt x="1076" y="227"/>
                    <a:pt x="1076" y="227"/>
                  </a:cubicBezTo>
                  <a:cubicBezTo>
                    <a:pt x="1085" y="238"/>
                    <a:pt x="1122" y="282"/>
                    <a:pt x="1128" y="289"/>
                  </a:cubicBezTo>
                  <a:cubicBezTo>
                    <a:pt x="1178" y="289"/>
                    <a:pt x="1178" y="289"/>
                    <a:pt x="1178" y="289"/>
                  </a:cubicBezTo>
                  <a:lnTo>
                    <a:pt x="1178" y="294"/>
                  </a:lnTo>
                  <a:close/>
                  <a:moveTo>
                    <a:pt x="1079" y="294"/>
                  </a:moveTo>
                  <a:cubicBezTo>
                    <a:pt x="1079" y="292"/>
                    <a:pt x="1079" y="292"/>
                    <a:pt x="1079" y="292"/>
                  </a:cubicBezTo>
                  <a:cubicBezTo>
                    <a:pt x="1077" y="293"/>
                    <a:pt x="1077" y="293"/>
                    <a:pt x="1077" y="293"/>
                  </a:cubicBezTo>
                  <a:cubicBezTo>
                    <a:pt x="1076" y="290"/>
                    <a:pt x="1055" y="263"/>
                    <a:pt x="1053" y="260"/>
                  </a:cubicBezTo>
                  <a:cubicBezTo>
                    <a:pt x="1039" y="243"/>
                    <a:pt x="1026" y="228"/>
                    <a:pt x="1014" y="214"/>
                  </a:cubicBezTo>
                  <a:cubicBezTo>
                    <a:pt x="1008" y="208"/>
                    <a:pt x="1002" y="201"/>
                    <a:pt x="996" y="194"/>
                  </a:cubicBezTo>
                  <a:cubicBezTo>
                    <a:pt x="950" y="140"/>
                    <a:pt x="902" y="84"/>
                    <a:pt x="838" y="54"/>
                  </a:cubicBezTo>
                  <a:cubicBezTo>
                    <a:pt x="814" y="44"/>
                    <a:pt x="786" y="33"/>
                    <a:pt x="761" y="40"/>
                  </a:cubicBezTo>
                  <a:cubicBezTo>
                    <a:pt x="736" y="46"/>
                    <a:pt x="723" y="73"/>
                    <a:pt x="715" y="94"/>
                  </a:cubicBezTo>
                  <a:cubicBezTo>
                    <a:pt x="695" y="156"/>
                    <a:pt x="693" y="218"/>
                    <a:pt x="690" y="283"/>
                  </a:cubicBezTo>
                  <a:cubicBezTo>
                    <a:pt x="690" y="292"/>
                    <a:pt x="690" y="292"/>
                    <a:pt x="690" y="292"/>
                  </a:cubicBezTo>
                  <a:cubicBezTo>
                    <a:pt x="685" y="291"/>
                    <a:pt x="685" y="291"/>
                    <a:pt x="685" y="291"/>
                  </a:cubicBezTo>
                  <a:cubicBezTo>
                    <a:pt x="685" y="283"/>
                    <a:pt x="685" y="283"/>
                    <a:pt x="685" y="283"/>
                  </a:cubicBezTo>
                  <a:cubicBezTo>
                    <a:pt x="687" y="217"/>
                    <a:pt x="689" y="155"/>
                    <a:pt x="710" y="92"/>
                  </a:cubicBezTo>
                  <a:cubicBezTo>
                    <a:pt x="718" y="70"/>
                    <a:pt x="733" y="42"/>
                    <a:pt x="760" y="34"/>
                  </a:cubicBezTo>
                  <a:cubicBezTo>
                    <a:pt x="787" y="28"/>
                    <a:pt x="815" y="38"/>
                    <a:pt x="840" y="50"/>
                  </a:cubicBezTo>
                  <a:cubicBezTo>
                    <a:pt x="905" y="80"/>
                    <a:pt x="954" y="136"/>
                    <a:pt x="1000" y="190"/>
                  </a:cubicBezTo>
                  <a:cubicBezTo>
                    <a:pt x="1006" y="197"/>
                    <a:pt x="1012" y="204"/>
                    <a:pt x="1018" y="211"/>
                  </a:cubicBezTo>
                  <a:cubicBezTo>
                    <a:pt x="1030" y="225"/>
                    <a:pt x="1043" y="240"/>
                    <a:pt x="1057" y="257"/>
                  </a:cubicBezTo>
                  <a:cubicBezTo>
                    <a:pt x="1069" y="272"/>
                    <a:pt x="1083" y="290"/>
                    <a:pt x="1082" y="293"/>
                  </a:cubicBezTo>
                  <a:cubicBezTo>
                    <a:pt x="1081" y="294"/>
                    <a:pt x="1081" y="294"/>
                    <a:pt x="1081" y="294"/>
                  </a:cubicBezTo>
                  <a:lnTo>
                    <a:pt x="1079" y="294"/>
                  </a:lnTo>
                  <a:close/>
                  <a:moveTo>
                    <a:pt x="277" y="294"/>
                  </a:moveTo>
                  <a:cubicBezTo>
                    <a:pt x="275" y="293"/>
                    <a:pt x="275" y="293"/>
                    <a:pt x="275" y="293"/>
                  </a:cubicBezTo>
                  <a:cubicBezTo>
                    <a:pt x="274" y="290"/>
                    <a:pt x="292" y="267"/>
                    <a:pt x="300" y="257"/>
                  </a:cubicBezTo>
                  <a:cubicBezTo>
                    <a:pt x="314" y="240"/>
                    <a:pt x="326" y="225"/>
                    <a:pt x="338" y="211"/>
                  </a:cubicBezTo>
                  <a:cubicBezTo>
                    <a:pt x="344" y="204"/>
                    <a:pt x="350" y="197"/>
                    <a:pt x="356" y="190"/>
                  </a:cubicBezTo>
                  <a:cubicBezTo>
                    <a:pt x="403" y="136"/>
                    <a:pt x="451" y="80"/>
                    <a:pt x="517" y="50"/>
                  </a:cubicBezTo>
                  <a:cubicBezTo>
                    <a:pt x="541" y="38"/>
                    <a:pt x="570" y="28"/>
                    <a:pt x="597" y="34"/>
                  </a:cubicBezTo>
                  <a:cubicBezTo>
                    <a:pt x="624" y="42"/>
                    <a:pt x="639" y="70"/>
                    <a:pt x="646" y="92"/>
                  </a:cubicBezTo>
                  <a:cubicBezTo>
                    <a:pt x="667" y="155"/>
                    <a:pt x="669" y="217"/>
                    <a:pt x="672" y="283"/>
                  </a:cubicBezTo>
                  <a:cubicBezTo>
                    <a:pt x="672" y="291"/>
                    <a:pt x="672" y="291"/>
                    <a:pt x="672" y="291"/>
                  </a:cubicBezTo>
                  <a:cubicBezTo>
                    <a:pt x="666" y="292"/>
                    <a:pt x="666" y="292"/>
                    <a:pt x="666" y="292"/>
                  </a:cubicBezTo>
                  <a:cubicBezTo>
                    <a:pt x="666" y="283"/>
                    <a:pt x="666" y="283"/>
                    <a:pt x="666" y="283"/>
                  </a:cubicBezTo>
                  <a:cubicBezTo>
                    <a:pt x="664" y="218"/>
                    <a:pt x="662" y="156"/>
                    <a:pt x="641" y="94"/>
                  </a:cubicBezTo>
                  <a:cubicBezTo>
                    <a:pt x="634" y="73"/>
                    <a:pt x="620" y="46"/>
                    <a:pt x="595" y="40"/>
                  </a:cubicBezTo>
                  <a:cubicBezTo>
                    <a:pt x="570" y="33"/>
                    <a:pt x="543" y="44"/>
                    <a:pt x="519" y="54"/>
                  </a:cubicBezTo>
                  <a:cubicBezTo>
                    <a:pt x="455" y="84"/>
                    <a:pt x="407" y="140"/>
                    <a:pt x="360" y="194"/>
                  </a:cubicBezTo>
                  <a:cubicBezTo>
                    <a:pt x="354" y="201"/>
                    <a:pt x="348" y="208"/>
                    <a:pt x="342" y="214"/>
                  </a:cubicBezTo>
                  <a:cubicBezTo>
                    <a:pt x="330" y="228"/>
                    <a:pt x="318" y="243"/>
                    <a:pt x="304" y="260"/>
                  </a:cubicBezTo>
                  <a:cubicBezTo>
                    <a:pt x="302" y="263"/>
                    <a:pt x="281" y="290"/>
                    <a:pt x="280" y="293"/>
                  </a:cubicBezTo>
                  <a:cubicBezTo>
                    <a:pt x="278" y="291"/>
                    <a:pt x="278" y="291"/>
                    <a:pt x="278" y="291"/>
                  </a:cubicBezTo>
                  <a:cubicBezTo>
                    <a:pt x="277" y="292"/>
                    <a:pt x="277" y="292"/>
                    <a:pt x="277" y="292"/>
                  </a:cubicBezTo>
                  <a:lnTo>
                    <a:pt x="277" y="294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8F8F84A4-4AD1-4390-B825-8EC49D559B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4" y="1893"/>
              <a:ext cx="1027" cy="228"/>
            </a:xfrm>
            <a:custGeom>
              <a:avLst/>
              <a:gdLst>
                <a:gd name="T0" fmla="*/ 1027 w 1027"/>
                <a:gd name="T1" fmla="*/ 228 h 228"/>
                <a:gd name="T2" fmla="*/ 879 w 1027"/>
                <a:gd name="T3" fmla="*/ 228 h 228"/>
                <a:gd name="T4" fmla="*/ 879 w 1027"/>
                <a:gd name="T5" fmla="*/ 11 h 228"/>
                <a:gd name="T6" fmla="*/ 67 w 1027"/>
                <a:gd name="T7" fmla="*/ 11 h 228"/>
                <a:gd name="T8" fmla="*/ 67 w 1027"/>
                <a:gd name="T9" fmla="*/ 228 h 228"/>
                <a:gd name="T10" fmla="*/ 0 w 1027"/>
                <a:gd name="T11" fmla="*/ 228 h 228"/>
                <a:gd name="T12" fmla="*/ 0 w 1027"/>
                <a:gd name="T13" fmla="*/ 219 h 228"/>
                <a:gd name="T14" fmla="*/ 57 w 1027"/>
                <a:gd name="T15" fmla="*/ 219 h 228"/>
                <a:gd name="T16" fmla="*/ 57 w 1027"/>
                <a:gd name="T17" fmla="*/ 0 h 228"/>
                <a:gd name="T18" fmla="*/ 887 w 1027"/>
                <a:gd name="T19" fmla="*/ 0 h 228"/>
                <a:gd name="T20" fmla="*/ 887 w 1027"/>
                <a:gd name="T21" fmla="*/ 219 h 228"/>
                <a:gd name="T22" fmla="*/ 1027 w 1027"/>
                <a:gd name="T23" fmla="*/ 219 h 228"/>
                <a:gd name="T24" fmla="*/ 1027 w 1027"/>
                <a:gd name="T25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7" h="228">
                  <a:moveTo>
                    <a:pt x="1027" y="228"/>
                  </a:moveTo>
                  <a:lnTo>
                    <a:pt x="879" y="228"/>
                  </a:lnTo>
                  <a:lnTo>
                    <a:pt x="879" y="11"/>
                  </a:lnTo>
                  <a:lnTo>
                    <a:pt x="67" y="11"/>
                  </a:lnTo>
                  <a:lnTo>
                    <a:pt x="67" y="228"/>
                  </a:lnTo>
                  <a:lnTo>
                    <a:pt x="0" y="228"/>
                  </a:lnTo>
                  <a:lnTo>
                    <a:pt x="0" y="219"/>
                  </a:lnTo>
                  <a:lnTo>
                    <a:pt x="57" y="219"/>
                  </a:lnTo>
                  <a:lnTo>
                    <a:pt x="57" y="0"/>
                  </a:lnTo>
                  <a:lnTo>
                    <a:pt x="887" y="0"/>
                  </a:lnTo>
                  <a:lnTo>
                    <a:pt x="887" y="219"/>
                  </a:lnTo>
                  <a:lnTo>
                    <a:pt x="1027" y="219"/>
                  </a:lnTo>
                  <a:lnTo>
                    <a:pt x="1027" y="228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45DFD183-1292-41BB-9BDC-ECBBD4B8D4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9" y="1948"/>
              <a:ext cx="183" cy="169"/>
            </a:xfrm>
            <a:custGeom>
              <a:avLst/>
              <a:gdLst>
                <a:gd name="T0" fmla="*/ 5 w 107"/>
                <a:gd name="T1" fmla="*/ 98 h 98"/>
                <a:gd name="T2" fmla="*/ 0 w 107"/>
                <a:gd name="T3" fmla="*/ 98 h 98"/>
                <a:gd name="T4" fmla="*/ 0 w 107"/>
                <a:gd name="T5" fmla="*/ 13 h 98"/>
                <a:gd name="T6" fmla="*/ 6 w 107"/>
                <a:gd name="T7" fmla="*/ 7 h 98"/>
                <a:gd name="T8" fmla="*/ 11 w 107"/>
                <a:gd name="T9" fmla="*/ 6 h 98"/>
                <a:gd name="T10" fmla="*/ 19 w 107"/>
                <a:gd name="T11" fmla="*/ 4 h 98"/>
                <a:gd name="T12" fmla="*/ 28 w 107"/>
                <a:gd name="T13" fmla="*/ 0 h 98"/>
                <a:gd name="T14" fmla="*/ 29 w 107"/>
                <a:gd name="T15" fmla="*/ 0 h 98"/>
                <a:gd name="T16" fmla="*/ 59 w 107"/>
                <a:gd name="T17" fmla="*/ 0 h 98"/>
                <a:gd name="T18" fmla="*/ 78 w 107"/>
                <a:gd name="T19" fmla="*/ 0 h 98"/>
                <a:gd name="T20" fmla="*/ 86 w 107"/>
                <a:gd name="T21" fmla="*/ 4 h 98"/>
                <a:gd name="T22" fmla="*/ 91 w 107"/>
                <a:gd name="T23" fmla="*/ 5 h 98"/>
                <a:gd name="T24" fmla="*/ 94 w 107"/>
                <a:gd name="T25" fmla="*/ 5 h 98"/>
                <a:gd name="T26" fmla="*/ 94 w 107"/>
                <a:gd name="T27" fmla="*/ 6 h 98"/>
                <a:gd name="T28" fmla="*/ 107 w 107"/>
                <a:gd name="T29" fmla="*/ 20 h 98"/>
                <a:gd name="T30" fmla="*/ 107 w 107"/>
                <a:gd name="T31" fmla="*/ 74 h 98"/>
                <a:gd name="T32" fmla="*/ 107 w 107"/>
                <a:gd name="T33" fmla="*/ 97 h 98"/>
                <a:gd name="T34" fmla="*/ 102 w 107"/>
                <a:gd name="T35" fmla="*/ 97 h 98"/>
                <a:gd name="T36" fmla="*/ 101 w 107"/>
                <a:gd name="T37" fmla="*/ 74 h 98"/>
                <a:gd name="T38" fmla="*/ 101 w 107"/>
                <a:gd name="T39" fmla="*/ 20 h 98"/>
                <a:gd name="T40" fmla="*/ 94 w 107"/>
                <a:gd name="T41" fmla="*/ 11 h 98"/>
                <a:gd name="T42" fmla="*/ 93 w 107"/>
                <a:gd name="T43" fmla="*/ 11 h 98"/>
                <a:gd name="T44" fmla="*/ 91 w 107"/>
                <a:gd name="T45" fmla="*/ 11 h 98"/>
                <a:gd name="T46" fmla="*/ 82 w 107"/>
                <a:gd name="T47" fmla="*/ 7 h 98"/>
                <a:gd name="T48" fmla="*/ 78 w 107"/>
                <a:gd name="T49" fmla="*/ 6 h 98"/>
                <a:gd name="T50" fmla="*/ 59 w 107"/>
                <a:gd name="T51" fmla="*/ 6 h 98"/>
                <a:gd name="T52" fmla="*/ 29 w 107"/>
                <a:gd name="T53" fmla="*/ 6 h 98"/>
                <a:gd name="T54" fmla="*/ 27 w 107"/>
                <a:gd name="T55" fmla="*/ 6 h 98"/>
                <a:gd name="T56" fmla="*/ 24 w 107"/>
                <a:gd name="T57" fmla="*/ 7 h 98"/>
                <a:gd name="T58" fmla="*/ 20 w 107"/>
                <a:gd name="T59" fmla="*/ 10 h 98"/>
                <a:gd name="T60" fmla="*/ 13 w 107"/>
                <a:gd name="T61" fmla="*/ 11 h 98"/>
                <a:gd name="T62" fmla="*/ 6 w 107"/>
                <a:gd name="T63" fmla="*/ 12 h 98"/>
                <a:gd name="T64" fmla="*/ 5 w 107"/>
                <a:gd name="T65" fmla="*/ 12 h 98"/>
                <a:gd name="T66" fmla="*/ 5 w 107"/>
                <a:gd name="T67" fmla="*/ 13 h 98"/>
                <a:gd name="T68" fmla="*/ 5 w 107"/>
                <a:gd name="T69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7" h="98">
                  <a:moveTo>
                    <a:pt x="5" y="98"/>
                  </a:moveTo>
                  <a:cubicBezTo>
                    <a:pt x="0" y="98"/>
                    <a:pt x="0" y="98"/>
                    <a:pt x="0" y="98"/>
                  </a:cubicBezTo>
                  <a:cubicBezTo>
                    <a:pt x="0" y="65"/>
                    <a:pt x="0" y="46"/>
                    <a:pt x="0" y="13"/>
                  </a:cubicBezTo>
                  <a:cubicBezTo>
                    <a:pt x="0" y="11"/>
                    <a:pt x="1" y="7"/>
                    <a:pt x="6" y="7"/>
                  </a:cubicBezTo>
                  <a:cubicBezTo>
                    <a:pt x="8" y="6"/>
                    <a:pt x="10" y="6"/>
                    <a:pt x="11" y="6"/>
                  </a:cubicBezTo>
                  <a:cubicBezTo>
                    <a:pt x="14" y="5"/>
                    <a:pt x="16" y="4"/>
                    <a:pt x="19" y="4"/>
                  </a:cubicBezTo>
                  <a:cubicBezTo>
                    <a:pt x="21" y="0"/>
                    <a:pt x="25" y="0"/>
                    <a:pt x="28" y="0"/>
                  </a:cubicBezTo>
                  <a:cubicBezTo>
                    <a:pt x="28" y="0"/>
                    <a:pt x="29" y="0"/>
                    <a:pt x="29" y="0"/>
                  </a:cubicBezTo>
                  <a:cubicBezTo>
                    <a:pt x="39" y="0"/>
                    <a:pt x="49" y="0"/>
                    <a:pt x="59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1" y="0"/>
                    <a:pt x="84" y="1"/>
                    <a:pt x="86" y="4"/>
                  </a:cubicBezTo>
                  <a:cubicBezTo>
                    <a:pt x="87" y="5"/>
                    <a:pt x="89" y="5"/>
                    <a:pt x="91" y="5"/>
                  </a:cubicBezTo>
                  <a:cubicBezTo>
                    <a:pt x="92" y="5"/>
                    <a:pt x="93" y="5"/>
                    <a:pt x="94" y="5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106" y="7"/>
                    <a:pt x="107" y="8"/>
                    <a:pt x="107" y="20"/>
                  </a:cubicBezTo>
                  <a:cubicBezTo>
                    <a:pt x="107" y="74"/>
                    <a:pt x="107" y="74"/>
                    <a:pt x="107" y="74"/>
                  </a:cubicBezTo>
                  <a:cubicBezTo>
                    <a:pt x="107" y="81"/>
                    <a:pt x="107" y="86"/>
                    <a:pt x="107" y="97"/>
                  </a:cubicBezTo>
                  <a:cubicBezTo>
                    <a:pt x="102" y="97"/>
                    <a:pt x="102" y="97"/>
                    <a:pt x="102" y="97"/>
                  </a:cubicBezTo>
                  <a:cubicBezTo>
                    <a:pt x="101" y="86"/>
                    <a:pt x="101" y="81"/>
                    <a:pt x="101" y="74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2"/>
                    <a:pt x="101" y="12"/>
                    <a:pt x="94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2" y="11"/>
                    <a:pt x="92" y="11"/>
                    <a:pt x="91" y="11"/>
                  </a:cubicBezTo>
                  <a:cubicBezTo>
                    <a:pt x="88" y="10"/>
                    <a:pt x="84" y="10"/>
                    <a:pt x="82" y="7"/>
                  </a:cubicBezTo>
                  <a:cubicBezTo>
                    <a:pt x="81" y="6"/>
                    <a:pt x="80" y="6"/>
                    <a:pt x="78" y="6"/>
                  </a:cubicBezTo>
                  <a:cubicBezTo>
                    <a:pt x="59" y="6"/>
                    <a:pt x="59" y="6"/>
                    <a:pt x="59" y="6"/>
                  </a:cubicBezTo>
                  <a:cubicBezTo>
                    <a:pt x="49" y="6"/>
                    <a:pt x="39" y="6"/>
                    <a:pt x="29" y="6"/>
                  </a:cubicBezTo>
                  <a:cubicBezTo>
                    <a:pt x="28" y="6"/>
                    <a:pt x="28" y="6"/>
                    <a:pt x="27" y="6"/>
                  </a:cubicBezTo>
                  <a:cubicBezTo>
                    <a:pt x="24" y="5"/>
                    <a:pt x="24" y="5"/>
                    <a:pt x="24" y="7"/>
                  </a:cubicBezTo>
                  <a:cubicBezTo>
                    <a:pt x="24" y="8"/>
                    <a:pt x="23" y="10"/>
                    <a:pt x="20" y="10"/>
                  </a:cubicBezTo>
                  <a:cubicBezTo>
                    <a:pt x="17" y="10"/>
                    <a:pt x="15" y="10"/>
                    <a:pt x="13" y="11"/>
                  </a:cubicBezTo>
                  <a:cubicBezTo>
                    <a:pt x="11" y="11"/>
                    <a:pt x="9" y="12"/>
                    <a:pt x="6" y="12"/>
                  </a:cubicBezTo>
                  <a:cubicBezTo>
                    <a:pt x="6" y="12"/>
                    <a:pt x="5" y="12"/>
                    <a:pt x="5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5" y="46"/>
                    <a:pt x="5" y="65"/>
                    <a:pt x="5" y="98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A09C3DEC-F3BB-4AF0-B11E-6BBC533AB3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47" y="1656"/>
              <a:ext cx="1226" cy="229"/>
            </a:xfrm>
            <a:custGeom>
              <a:avLst/>
              <a:gdLst>
                <a:gd name="T0" fmla="*/ 67 w 716"/>
                <a:gd name="T1" fmla="*/ 112 h 133"/>
                <a:gd name="T2" fmla="*/ 49 w 716"/>
                <a:gd name="T3" fmla="*/ 101 h 133"/>
                <a:gd name="T4" fmla="*/ 30 w 716"/>
                <a:gd name="T5" fmla="*/ 86 h 133"/>
                <a:gd name="T6" fmla="*/ 11 w 716"/>
                <a:gd name="T7" fmla="*/ 53 h 133"/>
                <a:gd name="T8" fmla="*/ 25 w 716"/>
                <a:gd name="T9" fmla="*/ 52 h 133"/>
                <a:gd name="T10" fmla="*/ 36 w 716"/>
                <a:gd name="T11" fmla="*/ 52 h 133"/>
                <a:gd name="T12" fmla="*/ 45 w 716"/>
                <a:gd name="T13" fmla="*/ 52 h 133"/>
                <a:gd name="T14" fmla="*/ 55 w 716"/>
                <a:gd name="T15" fmla="*/ 54 h 133"/>
                <a:gd name="T16" fmla="*/ 72 w 716"/>
                <a:gd name="T17" fmla="*/ 60 h 133"/>
                <a:gd name="T18" fmla="*/ 73 w 716"/>
                <a:gd name="T19" fmla="*/ 56 h 133"/>
                <a:gd name="T20" fmla="*/ 93 w 716"/>
                <a:gd name="T21" fmla="*/ 56 h 133"/>
                <a:gd name="T22" fmla="*/ 127 w 716"/>
                <a:gd name="T23" fmla="*/ 62 h 133"/>
                <a:gd name="T24" fmla="*/ 150 w 716"/>
                <a:gd name="T25" fmla="*/ 62 h 133"/>
                <a:gd name="T26" fmla="*/ 173 w 716"/>
                <a:gd name="T27" fmla="*/ 48 h 133"/>
                <a:gd name="T28" fmla="*/ 178 w 716"/>
                <a:gd name="T29" fmla="*/ 19 h 133"/>
                <a:gd name="T30" fmla="*/ 190 w 716"/>
                <a:gd name="T31" fmla="*/ 11 h 133"/>
                <a:gd name="T32" fmla="*/ 207 w 716"/>
                <a:gd name="T33" fmla="*/ 2 h 133"/>
                <a:gd name="T34" fmla="*/ 211 w 716"/>
                <a:gd name="T35" fmla="*/ 23 h 133"/>
                <a:gd name="T36" fmla="*/ 496 w 716"/>
                <a:gd name="T37" fmla="*/ 27 h 133"/>
                <a:gd name="T38" fmla="*/ 516 w 716"/>
                <a:gd name="T39" fmla="*/ 8 h 133"/>
                <a:gd name="T40" fmla="*/ 530 w 716"/>
                <a:gd name="T41" fmla="*/ 10 h 133"/>
                <a:gd name="T42" fmla="*/ 536 w 716"/>
                <a:gd name="T43" fmla="*/ 28 h 133"/>
                <a:gd name="T44" fmla="*/ 561 w 716"/>
                <a:gd name="T45" fmla="*/ 62 h 133"/>
                <a:gd name="T46" fmla="*/ 612 w 716"/>
                <a:gd name="T47" fmla="*/ 56 h 133"/>
                <a:gd name="T48" fmla="*/ 622 w 716"/>
                <a:gd name="T49" fmla="*/ 64 h 133"/>
                <a:gd name="T50" fmla="*/ 635 w 716"/>
                <a:gd name="T51" fmla="*/ 59 h 133"/>
                <a:gd name="T52" fmla="*/ 649 w 716"/>
                <a:gd name="T53" fmla="*/ 63 h 133"/>
                <a:gd name="T54" fmla="*/ 662 w 716"/>
                <a:gd name="T55" fmla="*/ 61 h 133"/>
                <a:gd name="T56" fmla="*/ 678 w 716"/>
                <a:gd name="T57" fmla="*/ 56 h 133"/>
                <a:gd name="T58" fmla="*/ 691 w 716"/>
                <a:gd name="T59" fmla="*/ 54 h 133"/>
                <a:gd name="T60" fmla="*/ 702 w 716"/>
                <a:gd name="T61" fmla="*/ 52 h 133"/>
                <a:gd name="T62" fmla="*/ 714 w 716"/>
                <a:gd name="T63" fmla="*/ 60 h 133"/>
                <a:gd name="T64" fmla="*/ 684 w 716"/>
                <a:gd name="T65" fmla="*/ 90 h 133"/>
                <a:gd name="T66" fmla="*/ 653 w 716"/>
                <a:gd name="T67" fmla="*/ 108 h 133"/>
                <a:gd name="T68" fmla="*/ 601 w 716"/>
                <a:gd name="T69" fmla="*/ 133 h 133"/>
                <a:gd name="T70" fmla="*/ 599 w 716"/>
                <a:gd name="T71" fmla="*/ 128 h 133"/>
                <a:gd name="T72" fmla="*/ 652 w 716"/>
                <a:gd name="T73" fmla="*/ 103 h 133"/>
                <a:gd name="T74" fmla="*/ 691 w 716"/>
                <a:gd name="T75" fmla="*/ 78 h 133"/>
                <a:gd name="T76" fmla="*/ 701 w 716"/>
                <a:gd name="T77" fmla="*/ 58 h 133"/>
                <a:gd name="T78" fmla="*/ 683 w 716"/>
                <a:gd name="T79" fmla="*/ 57 h 133"/>
                <a:gd name="T80" fmla="*/ 657 w 716"/>
                <a:gd name="T81" fmla="*/ 64 h 133"/>
                <a:gd name="T82" fmla="*/ 637 w 716"/>
                <a:gd name="T83" fmla="*/ 70 h 133"/>
                <a:gd name="T84" fmla="*/ 616 w 716"/>
                <a:gd name="T85" fmla="*/ 63 h 133"/>
                <a:gd name="T86" fmla="*/ 606 w 716"/>
                <a:gd name="T87" fmla="*/ 66 h 133"/>
                <a:gd name="T88" fmla="*/ 562 w 716"/>
                <a:gd name="T89" fmla="*/ 67 h 133"/>
                <a:gd name="T90" fmla="*/ 530 w 716"/>
                <a:gd name="T91" fmla="*/ 26 h 133"/>
                <a:gd name="T92" fmla="*/ 518 w 716"/>
                <a:gd name="T93" fmla="*/ 15 h 133"/>
                <a:gd name="T94" fmla="*/ 508 w 716"/>
                <a:gd name="T95" fmla="*/ 21 h 133"/>
                <a:gd name="T96" fmla="*/ 220 w 716"/>
                <a:gd name="T97" fmla="*/ 32 h 133"/>
                <a:gd name="T98" fmla="*/ 206 w 716"/>
                <a:gd name="T99" fmla="*/ 15 h 133"/>
                <a:gd name="T100" fmla="*/ 193 w 716"/>
                <a:gd name="T101" fmla="*/ 16 h 133"/>
                <a:gd name="T102" fmla="*/ 182 w 716"/>
                <a:gd name="T103" fmla="*/ 30 h 133"/>
                <a:gd name="T104" fmla="*/ 152 w 716"/>
                <a:gd name="T105" fmla="*/ 67 h 133"/>
                <a:gd name="T106" fmla="*/ 108 w 716"/>
                <a:gd name="T107" fmla="*/ 66 h 133"/>
                <a:gd name="T108" fmla="*/ 96 w 716"/>
                <a:gd name="T109" fmla="*/ 60 h 133"/>
                <a:gd name="T110" fmla="*/ 80 w 716"/>
                <a:gd name="T111" fmla="*/ 68 h 133"/>
                <a:gd name="T112" fmla="*/ 56 w 716"/>
                <a:gd name="T113" fmla="*/ 64 h 133"/>
                <a:gd name="T114" fmla="*/ 33 w 716"/>
                <a:gd name="T115" fmla="*/ 57 h 133"/>
                <a:gd name="T116" fmla="*/ 19 w 716"/>
                <a:gd name="T117" fmla="*/ 54 h 133"/>
                <a:gd name="T118" fmla="*/ 6 w 716"/>
                <a:gd name="T119" fmla="*/ 67 h 133"/>
                <a:gd name="T120" fmla="*/ 37 w 716"/>
                <a:gd name="T121" fmla="*/ 86 h 133"/>
                <a:gd name="T122" fmla="*/ 56 w 716"/>
                <a:gd name="T123" fmla="*/ 9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16" h="133">
                  <a:moveTo>
                    <a:pt x="113" y="133"/>
                  </a:moveTo>
                  <a:cubicBezTo>
                    <a:pt x="112" y="133"/>
                    <a:pt x="112" y="133"/>
                    <a:pt x="112" y="133"/>
                  </a:cubicBezTo>
                  <a:cubicBezTo>
                    <a:pt x="103" y="130"/>
                    <a:pt x="94" y="126"/>
                    <a:pt x="85" y="122"/>
                  </a:cubicBezTo>
                  <a:cubicBezTo>
                    <a:pt x="83" y="121"/>
                    <a:pt x="81" y="120"/>
                    <a:pt x="80" y="119"/>
                  </a:cubicBezTo>
                  <a:cubicBezTo>
                    <a:pt x="76" y="117"/>
                    <a:pt x="73" y="115"/>
                    <a:pt x="69" y="114"/>
                  </a:cubicBezTo>
                  <a:cubicBezTo>
                    <a:pt x="67" y="114"/>
                    <a:pt x="67" y="114"/>
                    <a:pt x="67" y="114"/>
                  </a:cubicBezTo>
                  <a:cubicBezTo>
                    <a:pt x="67" y="112"/>
                    <a:pt x="67" y="112"/>
                    <a:pt x="67" y="112"/>
                  </a:cubicBezTo>
                  <a:cubicBezTo>
                    <a:pt x="67" y="112"/>
                    <a:pt x="67" y="112"/>
                    <a:pt x="65" y="111"/>
                  </a:cubicBezTo>
                  <a:cubicBezTo>
                    <a:pt x="64" y="111"/>
                    <a:pt x="62" y="110"/>
                    <a:pt x="60" y="108"/>
                  </a:cubicBezTo>
                  <a:cubicBezTo>
                    <a:pt x="60" y="108"/>
                    <a:pt x="60" y="108"/>
                    <a:pt x="60" y="108"/>
                  </a:cubicBezTo>
                  <a:cubicBezTo>
                    <a:pt x="57" y="108"/>
                    <a:pt x="55" y="107"/>
                    <a:pt x="55" y="104"/>
                  </a:cubicBezTo>
                  <a:cubicBezTo>
                    <a:pt x="54" y="104"/>
                    <a:pt x="54" y="104"/>
                    <a:pt x="54" y="104"/>
                  </a:cubicBezTo>
                  <a:cubicBezTo>
                    <a:pt x="52" y="103"/>
                    <a:pt x="52" y="103"/>
                    <a:pt x="52" y="103"/>
                  </a:cubicBezTo>
                  <a:cubicBezTo>
                    <a:pt x="52" y="102"/>
                    <a:pt x="51" y="102"/>
                    <a:pt x="49" y="101"/>
                  </a:cubicBezTo>
                  <a:cubicBezTo>
                    <a:pt x="47" y="100"/>
                    <a:pt x="44" y="99"/>
                    <a:pt x="43" y="96"/>
                  </a:cubicBezTo>
                  <a:cubicBezTo>
                    <a:pt x="43" y="96"/>
                    <a:pt x="42" y="96"/>
                    <a:pt x="42" y="96"/>
                  </a:cubicBezTo>
                  <a:cubicBezTo>
                    <a:pt x="39" y="96"/>
                    <a:pt x="38" y="93"/>
                    <a:pt x="37" y="92"/>
                  </a:cubicBezTo>
                  <a:cubicBezTo>
                    <a:pt x="37" y="92"/>
                    <a:pt x="37" y="91"/>
                    <a:pt x="37" y="91"/>
                  </a:cubicBezTo>
                  <a:cubicBezTo>
                    <a:pt x="37" y="91"/>
                    <a:pt x="37" y="91"/>
                    <a:pt x="37" y="91"/>
                  </a:cubicBezTo>
                  <a:cubicBezTo>
                    <a:pt x="35" y="91"/>
                    <a:pt x="33" y="91"/>
                    <a:pt x="31" y="89"/>
                  </a:cubicBezTo>
                  <a:cubicBezTo>
                    <a:pt x="31" y="88"/>
                    <a:pt x="30" y="87"/>
                    <a:pt x="30" y="86"/>
                  </a:cubicBezTo>
                  <a:cubicBezTo>
                    <a:pt x="25" y="84"/>
                    <a:pt x="21" y="82"/>
                    <a:pt x="16" y="80"/>
                  </a:cubicBezTo>
                  <a:cubicBezTo>
                    <a:pt x="13" y="78"/>
                    <a:pt x="10" y="76"/>
                    <a:pt x="7" y="75"/>
                  </a:cubicBezTo>
                  <a:cubicBezTo>
                    <a:pt x="4" y="74"/>
                    <a:pt x="2" y="71"/>
                    <a:pt x="1" y="68"/>
                  </a:cubicBezTo>
                  <a:cubicBezTo>
                    <a:pt x="0" y="67"/>
                    <a:pt x="0" y="65"/>
                    <a:pt x="1" y="63"/>
                  </a:cubicBezTo>
                  <a:cubicBezTo>
                    <a:pt x="2" y="62"/>
                    <a:pt x="3" y="61"/>
                    <a:pt x="6" y="62"/>
                  </a:cubicBezTo>
                  <a:cubicBezTo>
                    <a:pt x="5" y="59"/>
                    <a:pt x="7" y="57"/>
                    <a:pt x="8" y="56"/>
                  </a:cubicBezTo>
                  <a:cubicBezTo>
                    <a:pt x="9" y="55"/>
                    <a:pt x="10" y="54"/>
                    <a:pt x="11" y="53"/>
                  </a:cubicBezTo>
                  <a:cubicBezTo>
                    <a:pt x="13" y="52"/>
                    <a:pt x="14" y="52"/>
                    <a:pt x="13" y="51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7"/>
                    <a:pt x="17" y="47"/>
                  </a:cubicBezTo>
                  <a:cubicBezTo>
                    <a:pt x="18" y="47"/>
                    <a:pt x="21" y="47"/>
                    <a:pt x="22" y="49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3" y="49"/>
                    <a:pt x="25" y="50"/>
                    <a:pt x="25" y="52"/>
                  </a:cubicBezTo>
                  <a:cubicBezTo>
                    <a:pt x="26" y="53"/>
                    <a:pt x="25" y="53"/>
                    <a:pt x="25" y="54"/>
                  </a:cubicBezTo>
                  <a:cubicBezTo>
                    <a:pt x="26" y="54"/>
                    <a:pt x="26" y="54"/>
                    <a:pt x="27" y="54"/>
                  </a:cubicBezTo>
                  <a:cubicBezTo>
                    <a:pt x="27" y="54"/>
                    <a:pt x="28" y="54"/>
                    <a:pt x="28" y="54"/>
                  </a:cubicBezTo>
                  <a:cubicBezTo>
                    <a:pt x="28" y="54"/>
                    <a:pt x="28" y="53"/>
                    <a:pt x="28" y="52"/>
                  </a:cubicBezTo>
                  <a:cubicBezTo>
                    <a:pt x="28" y="50"/>
                    <a:pt x="29" y="49"/>
                    <a:pt x="30" y="49"/>
                  </a:cubicBezTo>
                  <a:cubicBezTo>
                    <a:pt x="32" y="48"/>
                    <a:pt x="34" y="48"/>
                    <a:pt x="35" y="50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37" y="53"/>
                    <a:pt x="38" y="55"/>
                    <a:pt x="39" y="57"/>
                  </a:cubicBezTo>
                  <a:cubicBezTo>
                    <a:pt x="39" y="58"/>
                    <a:pt x="39" y="58"/>
                    <a:pt x="39" y="58"/>
                  </a:cubicBezTo>
                  <a:cubicBezTo>
                    <a:pt x="40" y="58"/>
                    <a:pt x="41" y="58"/>
                    <a:pt x="41" y="58"/>
                  </a:cubicBezTo>
                  <a:cubicBezTo>
                    <a:pt x="41" y="58"/>
                    <a:pt x="41" y="57"/>
                    <a:pt x="41" y="56"/>
                  </a:cubicBezTo>
                  <a:cubicBezTo>
                    <a:pt x="41" y="55"/>
                    <a:pt x="41" y="54"/>
                    <a:pt x="42" y="53"/>
                  </a:cubicBezTo>
                  <a:cubicBezTo>
                    <a:pt x="42" y="52"/>
                    <a:pt x="43" y="52"/>
                    <a:pt x="45" y="52"/>
                  </a:cubicBezTo>
                  <a:cubicBezTo>
                    <a:pt x="45" y="52"/>
                    <a:pt x="45" y="52"/>
                    <a:pt x="45" y="52"/>
                  </a:cubicBezTo>
                  <a:cubicBezTo>
                    <a:pt x="47" y="52"/>
                    <a:pt x="49" y="53"/>
                    <a:pt x="49" y="55"/>
                  </a:cubicBezTo>
                  <a:cubicBezTo>
                    <a:pt x="50" y="57"/>
                    <a:pt x="50" y="58"/>
                    <a:pt x="51" y="60"/>
                  </a:cubicBezTo>
                  <a:cubicBezTo>
                    <a:pt x="51" y="60"/>
                    <a:pt x="51" y="60"/>
                    <a:pt x="51" y="60"/>
                  </a:cubicBezTo>
                  <a:cubicBezTo>
                    <a:pt x="51" y="60"/>
                    <a:pt x="51" y="59"/>
                    <a:pt x="52" y="59"/>
                  </a:cubicBezTo>
                  <a:cubicBezTo>
                    <a:pt x="52" y="58"/>
                    <a:pt x="52" y="57"/>
                    <a:pt x="52" y="56"/>
                  </a:cubicBezTo>
                  <a:cubicBezTo>
                    <a:pt x="53" y="55"/>
                    <a:pt x="53" y="55"/>
                    <a:pt x="55" y="54"/>
                  </a:cubicBezTo>
                  <a:cubicBezTo>
                    <a:pt x="55" y="54"/>
                    <a:pt x="55" y="54"/>
                    <a:pt x="55" y="54"/>
                  </a:cubicBezTo>
                  <a:cubicBezTo>
                    <a:pt x="58" y="54"/>
                    <a:pt x="59" y="56"/>
                    <a:pt x="59" y="57"/>
                  </a:cubicBezTo>
                  <a:cubicBezTo>
                    <a:pt x="61" y="58"/>
                    <a:pt x="61" y="60"/>
                    <a:pt x="62" y="61"/>
                  </a:cubicBezTo>
                  <a:cubicBezTo>
                    <a:pt x="63" y="63"/>
                    <a:pt x="63" y="63"/>
                    <a:pt x="64" y="63"/>
                  </a:cubicBezTo>
                  <a:cubicBezTo>
                    <a:pt x="64" y="63"/>
                    <a:pt x="64" y="63"/>
                    <a:pt x="64" y="63"/>
                  </a:cubicBezTo>
                  <a:cubicBezTo>
                    <a:pt x="63" y="59"/>
                    <a:pt x="66" y="57"/>
                    <a:pt x="67" y="57"/>
                  </a:cubicBezTo>
                  <a:cubicBezTo>
                    <a:pt x="67" y="57"/>
                    <a:pt x="68" y="57"/>
                    <a:pt x="68" y="57"/>
                  </a:cubicBezTo>
                  <a:cubicBezTo>
                    <a:pt x="69" y="57"/>
                    <a:pt x="71" y="57"/>
                    <a:pt x="72" y="60"/>
                  </a:cubicBezTo>
                  <a:cubicBezTo>
                    <a:pt x="72" y="60"/>
                    <a:pt x="72" y="60"/>
                    <a:pt x="72" y="60"/>
                  </a:cubicBezTo>
                  <a:cubicBezTo>
                    <a:pt x="72" y="60"/>
                    <a:pt x="72" y="61"/>
                    <a:pt x="73" y="61"/>
                  </a:cubicBezTo>
                  <a:cubicBezTo>
                    <a:pt x="74" y="63"/>
                    <a:pt x="75" y="64"/>
                    <a:pt x="76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6" y="64"/>
                    <a:pt x="76" y="63"/>
                    <a:pt x="75" y="62"/>
                  </a:cubicBezTo>
                  <a:cubicBezTo>
                    <a:pt x="73" y="56"/>
                    <a:pt x="73" y="56"/>
                    <a:pt x="73" y="56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82" y="59"/>
                    <a:pt x="83" y="61"/>
                    <a:pt x="85" y="63"/>
                  </a:cubicBezTo>
                  <a:cubicBezTo>
                    <a:pt x="85" y="63"/>
                    <a:pt x="86" y="64"/>
                    <a:pt x="86" y="64"/>
                  </a:cubicBezTo>
                  <a:cubicBezTo>
                    <a:pt x="87" y="65"/>
                    <a:pt x="90" y="66"/>
                    <a:pt x="92" y="66"/>
                  </a:cubicBezTo>
                  <a:cubicBezTo>
                    <a:pt x="92" y="66"/>
                    <a:pt x="92" y="65"/>
                    <a:pt x="91" y="65"/>
                  </a:cubicBezTo>
                  <a:cubicBezTo>
                    <a:pt x="91" y="64"/>
                    <a:pt x="91" y="63"/>
                    <a:pt x="91" y="61"/>
                  </a:cubicBezTo>
                  <a:cubicBezTo>
                    <a:pt x="90" y="59"/>
                    <a:pt x="91" y="57"/>
                    <a:pt x="93" y="56"/>
                  </a:cubicBezTo>
                  <a:cubicBezTo>
                    <a:pt x="94" y="55"/>
                    <a:pt x="94" y="55"/>
                    <a:pt x="94" y="55"/>
                  </a:cubicBezTo>
                  <a:cubicBezTo>
                    <a:pt x="95" y="54"/>
                    <a:pt x="96" y="54"/>
                    <a:pt x="97" y="54"/>
                  </a:cubicBezTo>
                  <a:cubicBezTo>
                    <a:pt x="99" y="54"/>
                    <a:pt x="100" y="55"/>
                    <a:pt x="101" y="57"/>
                  </a:cubicBezTo>
                  <a:cubicBezTo>
                    <a:pt x="101" y="57"/>
                    <a:pt x="101" y="57"/>
                    <a:pt x="101" y="57"/>
                  </a:cubicBezTo>
                  <a:cubicBezTo>
                    <a:pt x="104" y="55"/>
                    <a:pt x="107" y="55"/>
                    <a:pt x="108" y="57"/>
                  </a:cubicBezTo>
                  <a:cubicBezTo>
                    <a:pt x="109" y="58"/>
                    <a:pt x="109" y="59"/>
                    <a:pt x="109" y="61"/>
                  </a:cubicBezTo>
                  <a:cubicBezTo>
                    <a:pt x="115" y="61"/>
                    <a:pt x="121" y="62"/>
                    <a:pt x="127" y="62"/>
                  </a:cubicBezTo>
                  <a:cubicBezTo>
                    <a:pt x="136" y="63"/>
                    <a:pt x="136" y="63"/>
                    <a:pt x="136" y="63"/>
                  </a:cubicBezTo>
                  <a:cubicBezTo>
                    <a:pt x="138" y="63"/>
                    <a:pt x="138" y="62"/>
                    <a:pt x="138" y="62"/>
                  </a:cubicBezTo>
                  <a:cubicBezTo>
                    <a:pt x="139" y="60"/>
                    <a:pt x="141" y="59"/>
                    <a:pt x="141" y="59"/>
                  </a:cubicBezTo>
                  <a:cubicBezTo>
                    <a:pt x="142" y="59"/>
                    <a:pt x="143" y="60"/>
                    <a:pt x="143" y="60"/>
                  </a:cubicBezTo>
                  <a:cubicBezTo>
                    <a:pt x="144" y="59"/>
                    <a:pt x="145" y="58"/>
                    <a:pt x="146" y="58"/>
                  </a:cubicBezTo>
                  <a:cubicBezTo>
                    <a:pt x="148" y="58"/>
                    <a:pt x="150" y="61"/>
                    <a:pt x="151" y="62"/>
                  </a:cubicBezTo>
                  <a:cubicBezTo>
                    <a:pt x="151" y="62"/>
                    <a:pt x="150" y="62"/>
                    <a:pt x="150" y="62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51" y="62"/>
                    <a:pt x="151" y="62"/>
                    <a:pt x="151" y="62"/>
                  </a:cubicBezTo>
                  <a:cubicBezTo>
                    <a:pt x="152" y="65"/>
                    <a:pt x="152" y="65"/>
                    <a:pt x="152" y="65"/>
                  </a:cubicBezTo>
                  <a:cubicBezTo>
                    <a:pt x="152" y="62"/>
                    <a:pt x="152" y="62"/>
                    <a:pt x="152" y="62"/>
                  </a:cubicBezTo>
                  <a:cubicBezTo>
                    <a:pt x="152" y="62"/>
                    <a:pt x="152" y="62"/>
                    <a:pt x="152" y="62"/>
                  </a:cubicBezTo>
                  <a:cubicBezTo>
                    <a:pt x="157" y="62"/>
                    <a:pt x="160" y="61"/>
                    <a:pt x="163" y="58"/>
                  </a:cubicBezTo>
                  <a:cubicBezTo>
                    <a:pt x="167" y="54"/>
                    <a:pt x="170" y="51"/>
                    <a:pt x="173" y="48"/>
                  </a:cubicBezTo>
                  <a:cubicBezTo>
                    <a:pt x="173" y="47"/>
                    <a:pt x="173" y="47"/>
                    <a:pt x="173" y="47"/>
                  </a:cubicBezTo>
                  <a:cubicBezTo>
                    <a:pt x="174" y="46"/>
                    <a:pt x="174" y="46"/>
                    <a:pt x="174" y="46"/>
                  </a:cubicBezTo>
                  <a:cubicBezTo>
                    <a:pt x="175" y="44"/>
                    <a:pt x="175" y="42"/>
                    <a:pt x="176" y="40"/>
                  </a:cubicBezTo>
                  <a:cubicBezTo>
                    <a:pt x="177" y="37"/>
                    <a:pt x="178" y="34"/>
                    <a:pt x="177" y="31"/>
                  </a:cubicBezTo>
                  <a:cubicBezTo>
                    <a:pt x="177" y="31"/>
                    <a:pt x="177" y="30"/>
                    <a:pt x="177" y="29"/>
                  </a:cubicBezTo>
                  <a:cubicBezTo>
                    <a:pt x="176" y="27"/>
                    <a:pt x="175" y="24"/>
                    <a:pt x="178" y="20"/>
                  </a:cubicBezTo>
                  <a:cubicBezTo>
                    <a:pt x="178" y="20"/>
                    <a:pt x="178" y="19"/>
                    <a:pt x="178" y="19"/>
                  </a:cubicBezTo>
                  <a:cubicBezTo>
                    <a:pt x="178" y="17"/>
                    <a:pt x="178" y="15"/>
                    <a:pt x="181" y="13"/>
                  </a:cubicBezTo>
                  <a:cubicBezTo>
                    <a:pt x="181" y="13"/>
                    <a:pt x="181" y="13"/>
                    <a:pt x="181" y="12"/>
                  </a:cubicBezTo>
                  <a:cubicBezTo>
                    <a:pt x="181" y="12"/>
                    <a:pt x="181" y="11"/>
                    <a:pt x="181" y="11"/>
                  </a:cubicBezTo>
                  <a:cubicBezTo>
                    <a:pt x="181" y="7"/>
                    <a:pt x="183" y="6"/>
                    <a:pt x="185" y="6"/>
                  </a:cubicBezTo>
                  <a:cubicBezTo>
                    <a:pt x="185" y="6"/>
                    <a:pt x="185" y="6"/>
                    <a:pt x="185" y="6"/>
                  </a:cubicBezTo>
                  <a:cubicBezTo>
                    <a:pt x="186" y="6"/>
                    <a:pt x="188" y="6"/>
                    <a:pt x="188" y="7"/>
                  </a:cubicBezTo>
                  <a:cubicBezTo>
                    <a:pt x="190" y="8"/>
                    <a:pt x="190" y="10"/>
                    <a:pt x="190" y="11"/>
                  </a:cubicBezTo>
                  <a:cubicBezTo>
                    <a:pt x="189" y="11"/>
                    <a:pt x="189" y="11"/>
                    <a:pt x="189" y="12"/>
                  </a:cubicBezTo>
                  <a:cubicBezTo>
                    <a:pt x="190" y="12"/>
                    <a:pt x="190" y="12"/>
                    <a:pt x="190" y="12"/>
                  </a:cubicBezTo>
                  <a:cubicBezTo>
                    <a:pt x="190" y="12"/>
                    <a:pt x="190" y="12"/>
                    <a:pt x="190" y="12"/>
                  </a:cubicBezTo>
                  <a:cubicBezTo>
                    <a:pt x="190" y="12"/>
                    <a:pt x="191" y="11"/>
                    <a:pt x="192" y="11"/>
                  </a:cubicBezTo>
                  <a:cubicBezTo>
                    <a:pt x="194" y="10"/>
                    <a:pt x="195" y="8"/>
                    <a:pt x="196" y="5"/>
                  </a:cubicBezTo>
                  <a:cubicBezTo>
                    <a:pt x="197" y="2"/>
                    <a:pt x="199" y="1"/>
                    <a:pt x="202" y="1"/>
                  </a:cubicBezTo>
                  <a:cubicBezTo>
                    <a:pt x="204" y="1"/>
                    <a:pt x="206" y="1"/>
                    <a:pt x="207" y="2"/>
                  </a:cubicBezTo>
                  <a:cubicBezTo>
                    <a:pt x="211" y="4"/>
                    <a:pt x="213" y="11"/>
                    <a:pt x="211" y="16"/>
                  </a:cubicBezTo>
                  <a:cubicBezTo>
                    <a:pt x="211" y="17"/>
                    <a:pt x="211" y="17"/>
                    <a:pt x="211" y="18"/>
                  </a:cubicBezTo>
                  <a:cubicBezTo>
                    <a:pt x="210" y="19"/>
                    <a:pt x="210" y="20"/>
                    <a:pt x="210" y="20"/>
                  </a:cubicBezTo>
                  <a:cubicBezTo>
                    <a:pt x="209" y="21"/>
                    <a:pt x="209" y="22"/>
                    <a:pt x="209" y="22"/>
                  </a:cubicBezTo>
                  <a:cubicBezTo>
                    <a:pt x="209" y="22"/>
                    <a:pt x="209" y="23"/>
                    <a:pt x="209" y="23"/>
                  </a:cubicBezTo>
                  <a:cubicBezTo>
                    <a:pt x="209" y="23"/>
                    <a:pt x="209" y="23"/>
                    <a:pt x="209" y="23"/>
                  </a:cubicBezTo>
                  <a:cubicBezTo>
                    <a:pt x="211" y="23"/>
                    <a:pt x="211" y="23"/>
                    <a:pt x="211" y="23"/>
                  </a:cubicBezTo>
                  <a:cubicBezTo>
                    <a:pt x="211" y="25"/>
                    <a:pt x="211" y="25"/>
                    <a:pt x="211" y="25"/>
                  </a:cubicBezTo>
                  <a:cubicBezTo>
                    <a:pt x="212" y="28"/>
                    <a:pt x="213" y="28"/>
                    <a:pt x="214" y="28"/>
                  </a:cubicBezTo>
                  <a:cubicBezTo>
                    <a:pt x="215" y="28"/>
                    <a:pt x="216" y="28"/>
                    <a:pt x="217" y="27"/>
                  </a:cubicBezTo>
                  <a:cubicBezTo>
                    <a:pt x="218" y="27"/>
                    <a:pt x="219" y="27"/>
                    <a:pt x="220" y="27"/>
                  </a:cubicBezTo>
                  <a:cubicBezTo>
                    <a:pt x="275" y="27"/>
                    <a:pt x="329" y="27"/>
                    <a:pt x="384" y="27"/>
                  </a:cubicBezTo>
                  <a:cubicBezTo>
                    <a:pt x="420" y="27"/>
                    <a:pt x="456" y="27"/>
                    <a:pt x="492" y="27"/>
                  </a:cubicBezTo>
                  <a:cubicBezTo>
                    <a:pt x="493" y="27"/>
                    <a:pt x="495" y="27"/>
                    <a:pt x="496" y="27"/>
                  </a:cubicBezTo>
                  <a:cubicBezTo>
                    <a:pt x="497" y="27"/>
                    <a:pt x="498" y="27"/>
                    <a:pt x="499" y="27"/>
                  </a:cubicBezTo>
                  <a:cubicBezTo>
                    <a:pt x="499" y="27"/>
                    <a:pt x="499" y="27"/>
                    <a:pt x="499" y="27"/>
                  </a:cubicBezTo>
                  <a:cubicBezTo>
                    <a:pt x="499" y="24"/>
                    <a:pt x="501" y="23"/>
                    <a:pt x="503" y="22"/>
                  </a:cubicBezTo>
                  <a:cubicBezTo>
                    <a:pt x="502" y="20"/>
                    <a:pt x="501" y="18"/>
                    <a:pt x="500" y="16"/>
                  </a:cubicBezTo>
                  <a:cubicBezTo>
                    <a:pt x="498" y="11"/>
                    <a:pt x="499" y="6"/>
                    <a:pt x="503" y="3"/>
                  </a:cubicBezTo>
                  <a:cubicBezTo>
                    <a:pt x="506" y="0"/>
                    <a:pt x="508" y="0"/>
                    <a:pt x="511" y="1"/>
                  </a:cubicBezTo>
                  <a:cubicBezTo>
                    <a:pt x="515" y="2"/>
                    <a:pt x="517" y="5"/>
                    <a:pt x="516" y="8"/>
                  </a:cubicBezTo>
                  <a:cubicBezTo>
                    <a:pt x="516" y="8"/>
                    <a:pt x="516" y="9"/>
                    <a:pt x="516" y="9"/>
                  </a:cubicBezTo>
                  <a:cubicBezTo>
                    <a:pt x="517" y="9"/>
                    <a:pt x="517" y="9"/>
                    <a:pt x="517" y="9"/>
                  </a:cubicBezTo>
                  <a:cubicBezTo>
                    <a:pt x="519" y="9"/>
                    <a:pt x="520" y="10"/>
                    <a:pt x="521" y="11"/>
                  </a:cubicBezTo>
                  <a:cubicBezTo>
                    <a:pt x="521" y="10"/>
                    <a:pt x="521" y="10"/>
                    <a:pt x="521" y="9"/>
                  </a:cubicBezTo>
                  <a:cubicBezTo>
                    <a:pt x="521" y="7"/>
                    <a:pt x="523" y="5"/>
                    <a:pt x="526" y="5"/>
                  </a:cubicBezTo>
                  <a:cubicBezTo>
                    <a:pt x="528" y="5"/>
                    <a:pt x="529" y="6"/>
                    <a:pt x="529" y="6"/>
                  </a:cubicBezTo>
                  <a:cubicBezTo>
                    <a:pt x="531" y="8"/>
                    <a:pt x="530" y="9"/>
                    <a:pt x="530" y="10"/>
                  </a:cubicBezTo>
                  <a:cubicBezTo>
                    <a:pt x="530" y="11"/>
                    <a:pt x="530" y="11"/>
                    <a:pt x="530" y="12"/>
                  </a:cubicBezTo>
                  <a:cubicBezTo>
                    <a:pt x="530" y="12"/>
                    <a:pt x="530" y="13"/>
                    <a:pt x="530" y="13"/>
                  </a:cubicBezTo>
                  <a:cubicBezTo>
                    <a:pt x="531" y="13"/>
                    <a:pt x="534" y="13"/>
                    <a:pt x="534" y="17"/>
                  </a:cubicBezTo>
                  <a:cubicBezTo>
                    <a:pt x="534" y="18"/>
                    <a:pt x="534" y="19"/>
                    <a:pt x="534" y="20"/>
                  </a:cubicBezTo>
                  <a:cubicBezTo>
                    <a:pt x="534" y="22"/>
                    <a:pt x="534" y="22"/>
                    <a:pt x="535" y="23"/>
                  </a:cubicBezTo>
                  <a:cubicBezTo>
                    <a:pt x="536" y="23"/>
                    <a:pt x="536" y="24"/>
                    <a:pt x="536" y="25"/>
                  </a:cubicBezTo>
                  <a:cubicBezTo>
                    <a:pt x="536" y="26"/>
                    <a:pt x="536" y="27"/>
                    <a:pt x="536" y="28"/>
                  </a:cubicBezTo>
                  <a:cubicBezTo>
                    <a:pt x="534" y="30"/>
                    <a:pt x="534" y="32"/>
                    <a:pt x="535" y="36"/>
                  </a:cubicBezTo>
                  <a:cubicBezTo>
                    <a:pt x="535" y="37"/>
                    <a:pt x="535" y="38"/>
                    <a:pt x="536" y="39"/>
                  </a:cubicBezTo>
                  <a:cubicBezTo>
                    <a:pt x="537" y="49"/>
                    <a:pt x="544" y="54"/>
                    <a:pt x="551" y="60"/>
                  </a:cubicBezTo>
                  <a:cubicBezTo>
                    <a:pt x="552" y="61"/>
                    <a:pt x="552" y="61"/>
                    <a:pt x="552" y="61"/>
                  </a:cubicBezTo>
                  <a:cubicBezTo>
                    <a:pt x="553" y="62"/>
                    <a:pt x="554" y="62"/>
                    <a:pt x="556" y="62"/>
                  </a:cubicBezTo>
                  <a:cubicBezTo>
                    <a:pt x="557" y="62"/>
                    <a:pt x="558" y="62"/>
                    <a:pt x="559" y="62"/>
                  </a:cubicBezTo>
                  <a:cubicBezTo>
                    <a:pt x="559" y="62"/>
                    <a:pt x="560" y="62"/>
                    <a:pt x="561" y="62"/>
                  </a:cubicBezTo>
                  <a:cubicBezTo>
                    <a:pt x="561" y="62"/>
                    <a:pt x="561" y="61"/>
                    <a:pt x="561" y="61"/>
                  </a:cubicBezTo>
                  <a:cubicBezTo>
                    <a:pt x="562" y="60"/>
                    <a:pt x="563" y="57"/>
                    <a:pt x="569" y="59"/>
                  </a:cubicBezTo>
                  <a:cubicBezTo>
                    <a:pt x="569" y="60"/>
                    <a:pt x="570" y="60"/>
                    <a:pt x="571" y="60"/>
                  </a:cubicBezTo>
                  <a:cubicBezTo>
                    <a:pt x="572" y="61"/>
                    <a:pt x="574" y="62"/>
                    <a:pt x="575" y="62"/>
                  </a:cubicBezTo>
                  <a:cubicBezTo>
                    <a:pt x="584" y="62"/>
                    <a:pt x="595" y="61"/>
                    <a:pt x="605" y="60"/>
                  </a:cubicBezTo>
                  <a:cubicBezTo>
                    <a:pt x="605" y="58"/>
                    <a:pt x="605" y="57"/>
                    <a:pt x="606" y="56"/>
                  </a:cubicBezTo>
                  <a:cubicBezTo>
                    <a:pt x="607" y="55"/>
                    <a:pt x="609" y="54"/>
                    <a:pt x="612" y="56"/>
                  </a:cubicBezTo>
                  <a:cubicBezTo>
                    <a:pt x="613" y="56"/>
                    <a:pt x="613" y="56"/>
                    <a:pt x="613" y="56"/>
                  </a:cubicBezTo>
                  <a:cubicBezTo>
                    <a:pt x="614" y="56"/>
                    <a:pt x="614" y="56"/>
                    <a:pt x="614" y="56"/>
                  </a:cubicBezTo>
                  <a:cubicBezTo>
                    <a:pt x="615" y="54"/>
                    <a:pt x="617" y="54"/>
                    <a:pt x="618" y="54"/>
                  </a:cubicBezTo>
                  <a:cubicBezTo>
                    <a:pt x="619" y="54"/>
                    <a:pt x="620" y="55"/>
                    <a:pt x="620" y="55"/>
                  </a:cubicBezTo>
                  <a:cubicBezTo>
                    <a:pt x="622" y="56"/>
                    <a:pt x="623" y="57"/>
                    <a:pt x="623" y="58"/>
                  </a:cubicBezTo>
                  <a:cubicBezTo>
                    <a:pt x="624" y="59"/>
                    <a:pt x="623" y="61"/>
                    <a:pt x="623" y="61"/>
                  </a:cubicBezTo>
                  <a:cubicBezTo>
                    <a:pt x="622" y="62"/>
                    <a:pt x="622" y="63"/>
                    <a:pt x="622" y="64"/>
                  </a:cubicBezTo>
                  <a:cubicBezTo>
                    <a:pt x="621" y="64"/>
                    <a:pt x="621" y="64"/>
                    <a:pt x="621" y="64"/>
                  </a:cubicBezTo>
                  <a:cubicBezTo>
                    <a:pt x="621" y="65"/>
                    <a:pt x="621" y="65"/>
                    <a:pt x="621" y="65"/>
                  </a:cubicBezTo>
                  <a:cubicBezTo>
                    <a:pt x="621" y="65"/>
                    <a:pt x="622" y="66"/>
                    <a:pt x="623" y="66"/>
                  </a:cubicBezTo>
                  <a:cubicBezTo>
                    <a:pt x="626" y="66"/>
                    <a:pt x="628" y="64"/>
                    <a:pt x="630" y="61"/>
                  </a:cubicBezTo>
                  <a:cubicBezTo>
                    <a:pt x="631" y="61"/>
                    <a:pt x="631" y="60"/>
                    <a:pt x="632" y="59"/>
                  </a:cubicBezTo>
                  <a:cubicBezTo>
                    <a:pt x="633" y="58"/>
                    <a:pt x="633" y="58"/>
                    <a:pt x="633" y="58"/>
                  </a:cubicBezTo>
                  <a:cubicBezTo>
                    <a:pt x="635" y="59"/>
                    <a:pt x="635" y="59"/>
                    <a:pt x="635" y="59"/>
                  </a:cubicBezTo>
                  <a:cubicBezTo>
                    <a:pt x="636" y="59"/>
                    <a:pt x="638" y="61"/>
                    <a:pt x="637" y="64"/>
                  </a:cubicBezTo>
                  <a:cubicBezTo>
                    <a:pt x="638" y="64"/>
                    <a:pt x="639" y="64"/>
                    <a:pt x="639" y="64"/>
                  </a:cubicBezTo>
                  <a:cubicBezTo>
                    <a:pt x="640" y="62"/>
                    <a:pt x="641" y="61"/>
                    <a:pt x="642" y="61"/>
                  </a:cubicBezTo>
                  <a:cubicBezTo>
                    <a:pt x="642" y="60"/>
                    <a:pt x="643" y="60"/>
                    <a:pt x="643" y="59"/>
                  </a:cubicBezTo>
                  <a:cubicBezTo>
                    <a:pt x="643" y="57"/>
                    <a:pt x="646" y="56"/>
                    <a:pt x="648" y="57"/>
                  </a:cubicBezTo>
                  <a:cubicBezTo>
                    <a:pt x="649" y="57"/>
                    <a:pt x="650" y="59"/>
                    <a:pt x="650" y="61"/>
                  </a:cubicBezTo>
                  <a:cubicBezTo>
                    <a:pt x="650" y="62"/>
                    <a:pt x="650" y="62"/>
                    <a:pt x="649" y="63"/>
                  </a:cubicBezTo>
                  <a:cubicBezTo>
                    <a:pt x="651" y="63"/>
                    <a:pt x="651" y="63"/>
                    <a:pt x="652" y="62"/>
                  </a:cubicBezTo>
                  <a:cubicBezTo>
                    <a:pt x="652" y="60"/>
                    <a:pt x="653" y="59"/>
                    <a:pt x="654" y="58"/>
                  </a:cubicBezTo>
                  <a:cubicBezTo>
                    <a:pt x="654" y="58"/>
                    <a:pt x="655" y="58"/>
                    <a:pt x="655" y="57"/>
                  </a:cubicBezTo>
                  <a:cubicBezTo>
                    <a:pt x="656" y="56"/>
                    <a:pt x="656" y="54"/>
                    <a:pt x="659" y="54"/>
                  </a:cubicBezTo>
                  <a:cubicBezTo>
                    <a:pt x="659" y="54"/>
                    <a:pt x="660" y="55"/>
                    <a:pt x="660" y="55"/>
                  </a:cubicBezTo>
                  <a:cubicBezTo>
                    <a:pt x="661" y="55"/>
                    <a:pt x="663" y="56"/>
                    <a:pt x="662" y="59"/>
                  </a:cubicBezTo>
                  <a:cubicBezTo>
                    <a:pt x="663" y="59"/>
                    <a:pt x="663" y="60"/>
                    <a:pt x="662" y="61"/>
                  </a:cubicBezTo>
                  <a:cubicBezTo>
                    <a:pt x="663" y="61"/>
                    <a:pt x="664" y="60"/>
                    <a:pt x="665" y="60"/>
                  </a:cubicBezTo>
                  <a:cubicBezTo>
                    <a:pt x="666" y="59"/>
                    <a:pt x="667" y="57"/>
                    <a:pt x="668" y="56"/>
                  </a:cubicBezTo>
                  <a:cubicBezTo>
                    <a:pt x="668" y="52"/>
                    <a:pt x="670" y="52"/>
                    <a:pt x="671" y="52"/>
                  </a:cubicBezTo>
                  <a:cubicBezTo>
                    <a:pt x="672" y="52"/>
                    <a:pt x="672" y="52"/>
                    <a:pt x="672" y="52"/>
                  </a:cubicBezTo>
                  <a:cubicBezTo>
                    <a:pt x="673" y="52"/>
                    <a:pt x="675" y="53"/>
                    <a:pt x="675" y="56"/>
                  </a:cubicBezTo>
                  <a:cubicBezTo>
                    <a:pt x="675" y="57"/>
                    <a:pt x="675" y="57"/>
                    <a:pt x="675" y="58"/>
                  </a:cubicBezTo>
                  <a:cubicBezTo>
                    <a:pt x="677" y="58"/>
                    <a:pt x="678" y="58"/>
                    <a:pt x="678" y="56"/>
                  </a:cubicBezTo>
                  <a:cubicBezTo>
                    <a:pt x="678" y="54"/>
                    <a:pt x="679" y="53"/>
                    <a:pt x="681" y="51"/>
                  </a:cubicBezTo>
                  <a:cubicBezTo>
                    <a:pt x="681" y="50"/>
                    <a:pt x="682" y="50"/>
                    <a:pt x="682" y="49"/>
                  </a:cubicBezTo>
                  <a:cubicBezTo>
                    <a:pt x="685" y="45"/>
                    <a:pt x="685" y="45"/>
                    <a:pt x="685" y="45"/>
                  </a:cubicBezTo>
                  <a:cubicBezTo>
                    <a:pt x="687" y="50"/>
                    <a:pt x="687" y="50"/>
                    <a:pt x="687" y="50"/>
                  </a:cubicBezTo>
                  <a:cubicBezTo>
                    <a:pt x="687" y="50"/>
                    <a:pt x="688" y="51"/>
                    <a:pt x="688" y="51"/>
                  </a:cubicBezTo>
                  <a:cubicBezTo>
                    <a:pt x="688" y="53"/>
                    <a:pt x="689" y="54"/>
                    <a:pt x="689" y="54"/>
                  </a:cubicBezTo>
                  <a:cubicBezTo>
                    <a:pt x="689" y="54"/>
                    <a:pt x="690" y="54"/>
                    <a:pt x="691" y="54"/>
                  </a:cubicBezTo>
                  <a:cubicBezTo>
                    <a:pt x="690" y="53"/>
                    <a:pt x="690" y="52"/>
                    <a:pt x="691" y="51"/>
                  </a:cubicBezTo>
                  <a:cubicBezTo>
                    <a:pt x="692" y="49"/>
                    <a:pt x="694" y="49"/>
                    <a:pt x="695" y="48"/>
                  </a:cubicBezTo>
                  <a:cubicBezTo>
                    <a:pt x="695" y="48"/>
                    <a:pt x="695" y="48"/>
                    <a:pt x="695" y="48"/>
                  </a:cubicBezTo>
                  <a:cubicBezTo>
                    <a:pt x="696" y="48"/>
                    <a:pt x="697" y="47"/>
                    <a:pt x="698" y="47"/>
                  </a:cubicBezTo>
                  <a:cubicBezTo>
                    <a:pt x="699" y="47"/>
                    <a:pt x="699" y="47"/>
                    <a:pt x="699" y="47"/>
                  </a:cubicBezTo>
                  <a:cubicBezTo>
                    <a:pt x="701" y="48"/>
                    <a:pt x="701" y="48"/>
                    <a:pt x="701" y="48"/>
                  </a:cubicBezTo>
                  <a:cubicBezTo>
                    <a:pt x="702" y="49"/>
                    <a:pt x="702" y="50"/>
                    <a:pt x="702" y="52"/>
                  </a:cubicBezTo>
                  <a:cubicBezTo>
                    <a:pt x="702" y="52"/>
                    <a:pt x="702" y="52"/>
                    <a:pt x="703" y="53"/>
                  </a:cubicBezTo>
                  <a:cubicBezTo>
                    <a:pt x="704" y="54"/>
                    <a:pt x="705" y="55"/>
                    <a:pt x="706" y="57"/>
                  </a:cubicBezTo>
                  <a:cubicBezTo>
                    <a:pt x="706" y="57"/>
                    <a:pt x="707" y="57"/>
                    <a:pt x="707" y="58"/>
                  </a:cubicBezTo>
                  <a:cubicBezTo>
                    <a:pt x="707" y="59"/>
                    <a:pt x="708" y="59"/>
                    <a:pt x="708" y="60"/>
                  </a:cubicBezTo>
                  <a:cubicBezTo>
                    <a:pt x="708" y="62"/>
                    <a:pt x="709" y="62"/>
                    <a:pt x="709" y="62"/>
                  </a:cubicBezTo>
                  <a:cubicBezTo>
                    <a:pt x="709" y="62"/>
                    <a:pt x="710" y="62"/>
                    <a:pt x="711" y="62"/>
                  </a:cubicBezTo>
                  <a:cubicBezTo>
                    <a:pt x="714" y="60"/>
                    <a:pt x="714" y="60"/>
                    <a:pt x="714" y="60"/>
                  </a:cubicBezTo>
                  <a:cubicBezTo>
                    <a:pt x="715" y="63"/>
                    <a:pt x="715" y="63"/>
                    <a:pt x="715" y="63"/>
                  </a:cubicBezTo>
                  <a:cubicBezTo>
                    <a:pt x="716" y="69"/>
                    <a:pt x="714" y="72"/>
                    <a:pt x="709" y="75"/>
                  </a:cubicBezTo>
                  <a:cubicBezTo>
                    <a:pt x="707" y="76"/>
                    <a:pt x="705" y="77"/>
                    <a:pt x="704" y="77"/>
                  </a:cubicBezTo>
                  <a:cubicBezTo>
                    <a:pt x="701" y="78"/>
                    <a:pt x="699" y="79"/>
                    <a:pt x="697" y="81"/>
                  </a:cubicBezTo>
                  <a:cubicBezTo>
                    <a:pt x="695" y="82"/>
                    <a:pt x="694" y="82"/>
                    <a:pt x="693" y="83"/>
                  </a:cubicBezTo>
                  <a:cubicBezTo>
                    <a:pt x="689" y="84"/>
                    <a:pt x="686" y="86"/>
                    <a:pt x="684" y="89"/>
                  </a:cubicBezTo>
                  <a:cubicBezTo>
                    <a:pt x="684" y="90"/>
                    <a:pt x="684" y="90"/>
                    <a:pt x="684" y="90"/>
                  </a:cubicBezTo>
                  <a:cubicBezTo>
                    <a:pt x="682" y="90"/>
                    <a:pt x="682" y="90"/>
                    <a:pt x="682" y="90"/>
                  </a:cubicBezTo>
                  <a:cubicBezTo>
                    <a:pt x="680" y="90"/>
                    <a:pt x="679" y="91"/>
                    <a:pt x="678" y="93"/>
                  </a:cubicBezTo>
                  <a:cubicBezTo>
                    <a:pt x="676" y="94"/>
                    <a:pt x="675" y="95"/>
                    <a:pt x="673" y="96"/>
                  </a:cubicBezTo>
                  <a:cubicBezTo>
                    <a:pt x="671" y="97"/>
                    <a:pt x="670" y="98"/>
                    <a:pt x="668" y="99"/>
                  </a:cubicBezTo>
                  <a:cubicBezTo>
                    <a:pt x="666" y="101"/>
                    <a:pt x="665" y="101"/>
                    <a:pt x="663" y="102"/>
                  </a:cubicBezTo>
                  <a:cubicBezTo>
                    <a:pt x="662" y="103"/>
                    <a:pt x="661" y="104"/>
                    <a:pt x="660" y="104"/>
                  </a:cubicBezTo>
                  <a:cubicBezTo>
                    <a:pt x="659" y="106"/>
                    <a:pt x="656" y="108"/>
                    <a:pt x="653" y="108"/>
                  </a:cubicBezTo>
                  <a:cubicBezTo>
                    <a:pt x="651" y="109"/>
                    <a:pt x="648" y="110"/>
                    <a:pt x="647" y="112"/>
                  </a:cubicBezTo>
                  <a:cubicBezTo>
                    <a:pt x="645" y="114"/>
                    <a:pt x="641" y="116"/>
                    <a:pt x="639" y="117"/>
                  </a:cubicBezTo>
                  <a:cubicBezTo>
                    <a:pt x="637" y="117"/>
                    <a:pt x="636" y="118"/>
                    <a:pt x="635" y="119"/>
                  </a:cubicBezTo>
                  <a:cubicBezTo>
                    <a:pt x="634" y="119"/>
                    <a:pt x="632" y="120"/>
                    <a:pt x="631" y="120"/>
                  </a:cubicBezTo>
                  <a:cubicBezTo>
                    <a:pt x="628" y="122"/>
                    <a:pt x="625" y="123"/>
                    <a:pt x="622" y="125"/>
                  </a:cubicBezTo>
                  <a:cubicBezTo>
                    <a:pt x="616" y="127"/>
                    <a:pt x="610" y="130"/>
                    <a:pt x="604" y="132"/>
                  </a:cubicBezTo>
                  <a:cubicBezTo>
                    <a:pt x="603" y="132"/>
                    <a:pt x="602" y="133"/>
                    <a:pt x="601" y="133"/>
                  </a:cubicBezTo>
                  <a:cubicBezTo>
                    <a:pt x="601" y="133"/>
                    <a:pt x="601" y="133"/>
                    <a:pt x="601" y="133"/>
                  </a:cubicBezTo>
                  <a:lnTo>
                    <a:pt x="113" y="133"/>
                  </a:lnTo>
                  <a:close/>
                  <a:moveTo>
                    <a:pt x="71" y="110"/>
                  </a:moveTo>
                  <a:cubicBezTo>
                    <a:pt x="75" y="111"/>
                    <a:pt x="79" y="112"/>
                    <a:pt x="82" y="114"/>
                  </a:cubicBezTo>
                  <a:cubicBezTo>
                    <a:pt x="84" y="115"/>
                    <a:pt x="85" y="116"/>
                    <a:pt x="87" y="117"/>
                  </a:cubicBezTo>
                  <a:cubicBezTo>
                    <a:pt x="96" y="121"/>
                    <a:pt x="105" y="125"/>
                    <a:pt x="113" y="128"/>
                  </a:cubicBezTo>
                  <a:cubicBezTo>
                    <a:pt x="599" y="128"/>
                    <a:pt x="599" y="128"/>
                    <a:pt x="599" y="128"/>
                  </a:cubicBezTo>
                  <a:cubicBezTo>
                    <a:pt x="600" y="128"/>
                    <a:pt x="601" y="127"/>
                    <a:pt x="602" y="127"/>
                  </a:cubicBezTo>
                  <a:cubicBezTo>
                    <a:pt x="608" y="125"/>
                    <a:pt x="614" y="123"/>
                    <a:pt x="620" y="120"/>
                  </a:cubicBezTo>
                  <a:cubicBezTo>
                    <a:pt x="623" y="118"/>
                    <a:pt x="626" y="117"/>
                    <a:pt x="629" y="116"/>
                  </a:cubicBezTo>
                  <a:cubicBezTo>
                    <a:pt x="630" y="115"/>
                    <a:pt x="631" y="114"/>
                    <a:pt x="632" y="114"/>
                  </a:cubicBezTo>
                  <a:cubicBezTo>
                    <a:pt x="634" y="113"/>
                    <a:pt x="635" y="112"/>
                    <a:pt x="637" y="112"/>
                  </a:cubicBezTo>
                  <a:cubicBezTo>
                    <a:pt x="638" y="111"/>
                    <a:pt x="641" y="110"/>
                    <a:pt x="643" y="108"/>
                  </a:cubicBezTo>
                  <a:cubicBezTo>
                    <a:pt x="645" y="106"/>
                    <a:pt x="649" y="104"/>
                    <a:pt x="652" y="103"/>
                  </a:cubicBezTo>
                  <a:cubicBezTo>
                    <a:pt x="654" y="103"/>
                    <a:pt x="655" y="102"/>
                    <a:pt x="657" y="100"/>
                  </a:cubicBezTo>
                  <a:cubicBezTo>
                    <a:pt x="658" y="99"/>
                    <a:pt x="659" y="98"/>
                    <a:pt x="661" y="98"/>
                  </a:cubicBezTo>
                  <a:cubicBezTo>
                    <a:pt x="662" y="97"/>
                    <a:pt x="663" y="96"/>
                    <a:pt x="665" y="95"/>
                  </a:cubicBezTo>
                  <a:cubicBezTo>
                    <a:pt x="667" y="94"/>
                    <a:pt x="669" y="92"/>
                    <a:pt x="671" y="91"/>
                  </a:cubicBezTo>
                  <a:cubicBezTo>
                    <a:pt x="672" y="91"/>
                    <a:pt x="673" y="90"/>
                    <a:pt x="674" y="89"/>
                  </a:cubicBezTo>
                  <a:cubicBezTo>
                    <a:pt x="676" y="87"/>
                    <a:pt x="677" y="86"/>
                    <a:pt x="680" y="85"/>
                  </a:cubicBezTo>
                  <a:cubicBezTo>
                    <a:pt x="683" y="81"/>
                    <a:pt x="687" y="79"/>
                    <a:pt x="691" y="78"/>
                  </a:cubicBezTo>
                  <a:cubicBezTo>
                    <a:pt x="692" y="77"/>
                    <a:pt x="693" y="77"/>
                    <a:pt x="694" y="76"/>
                  </a:cubicBezTo>
                  <a:cubicBezTo>
                    <a:pt x="697" y="75"/>
                    <a:pt x="699" y="74"/>
                    <a:pt x="701" y="73"/>
                  </a:cubicBezTo>
                  <a:cubicBezTo>
                    <a:pt x="703" y="72"/>
                    <a:pt x="705" y="71"/>
                    <a:pt x="706" y="70"/>
                  </a:cubicBezTo>
                  <a:cubicBezTo>
                    <a:pt x="708" y="70"/>
                    <a:pt x="709" y="69"/>
                    <a:pt x="709" y="68"/>
                  </a:cubicBezTo>
                  <a:cubicBezTo>
                    <a:pt x="707" y="68"/>
                    <a:pt x="704" y="67"/>
                    <a:pt x="703" y="62"/>
                  </a:cubicBezTo>
                  <a:cubicBezTo>
                    <a:pt x="703" y="62"/>
                    <a:pt x="702" y="61"/>
                    <a:pt x="702" y="60"/>
                  </a:cubicBezTo>
                  <a:cubicBezTo>
                    <a:pt x="702" y="60"/>
                    <a:pt x="701" y="59"/>
                    <a:pt x="701" y="58"/>
                  </a:cubicBezTo>
                  <a:cubicBezTo>
                    <a:pt x="701" y="58"/>
                    <a:pt x="700" y="57"/>
                    <a:pt x="700" y="57"/>
                  </a:cubicBezTo>
                  <a:cubicBezTo>
                    <a:pt x="699" y="56"/>
                    <a:pt x="698" y="55"/>
                    <a:pt x="697" y="54"/>
                  </a:cubicBezTo>
                  <a:cubicBezTo>
                    <a:pt x="697" y="55"/>
                    <a:pt x="697" y="55"/>
                    <a:pt x="697" y="55"/>
                  </a:cubicBezTo>
                  <a:cubicBezTo>
                    <a:pt x="697" y="57"/>
                    <a:pt x="695" y="57"/>
                    <a:pt x="695" y="58"/>
                  </a:cubicBezTo>
                  <a:cubicBezTo>
                    <a:pt x="693" y="59"/>
                    <a:pt x="691" y="60"/>
                    <a:pt x="689" y="60"/>
                  </a:cubicBezTo>
                  <a:cubicBezTo>
                    <a:pt x="687" y="60"/>
                    <a:pt x="685" y="59"/>
                    <a:pt x="684" y="56"/>
                  </a:cubicBezTo>
                  <a:cubicBezTo>
                    <a:pt x="683" y="56"/>
                    <a:pt x="683" y="57"/>
                    <a:pt x="683" y="57"/>
                  </a:cubicBezTo>
                  <a:cubicBezTo>
                    <a:pt x="682" y="63"/>
                    <a:pt x="677" y="63"/>
                    <a:pt x="675" y="63"/>
                  </a:cubicBezTo>
                  <a:cubicBezTo>
                    <a:pt x="674" y="63"/>
                    <a:pt x="674" y="63"/>
                    <a:pt x="674" y="63"/>
                  </a:cubicBezTo>
                  <a:cubicBezTo>
                    <a:pt x="672" y="63"/>
                    <a:pt x="671" y="63"/>
                    <a:pt x="671" y="62"/>
                  </a:cubicBezTo>
                  <a:cubicBezTo>
                    <a:pt x="671" y="62"/>
                    <a:pt x="670" y="62"/>
                    <a:pt x="670" y="62"/>
                  </a:cubicBezTo>
                  <a:cubicBezTo>
                    <a:pt x="670" y="62"/>
                    <a:pt x="670" y="63"/>
                    <a:pt x="669" y="63"/>
                  </a:cubicBezTo>
                  <a:cubicBezTo>
                    <a:pt x="667" y="66"/>
                    <a:pt x="663" y="67"/>
                    <a:pt x="660" y="66"/>
                  </a:cubicBezTo>
                  <a:cubicBezTo>
                    <a:pt x="658" y="66"/>
                    <a:pt x="657" y="65"/>
                    <a:pt x="657" y="64"/>
                  </a:cubicBezTo>
                  <a:cubicBezTo>
                    <a:pt x="657" y="64"/>
                    <a:pt x="657" y="64"/>
                    <a:pt x="657" y="64"/>
                  </a:cubicBezTo>
                  <a:cubicBezTo>
                    <a:pt x="656" y="67"/>
                    <a:pt x="653" y="68"/>
                    <a:pt x="650" y="68"/>
                  </a:cubicBezTo>
                  <a:cubicBezTo>
                    <a:pt x="649" y="68"/>
                    <a:pt x="648" y="68"/>
                    <a:pt x="647" y="68"/>
                  </a:cubicBezTo>
                  <a:cubicBezTo>
                    <a:pt x="645" y="68"/>
                    <a:pt x="645" y="67"/>
                    <a:pt x="644" y="66"/>
                  </a:cubicBezTo>
                  <a:cubicBezTo>
                    <a:pt x="644" y="66"/>
                    <a:pt x="644" y="66"/>
                    <a:pt x="644" y="66"/>
                  </a:cubicBezTo>
                  <a:cubicBezTo>
                    <a:pt x="644" y="66"/>
                    <a:pt x="644" y="66"/>
                    <a:pt x="644" y="66"/>
                  </a:cubicBezTo>
                  <a:cubicBezTo>
                    <a:pt x="643" y="69"/>
                    <a:pt x="639" y="70"/>
                    <a:pt x="637" y="70"/>
                  </a:cubicBezTo>
                  <a:cubicBezTo>
                    <a:pt x="637" y="70"/>
                    <a:pt x="636" y="70"/>
                    <a:pt x="636" y="70"/>
                  </a:cubicBezTo>
                  <a:cubicBezTo>
                    <a:pt x="636" y="70"/>
                    <a:pt x="636" y="70"/>
                    <a:pt x="636" y="70"/>
                  </a:cubicBezTo>
                  <a:cubicBezTo>
                    <a:pt x="634" y="70"/>
                    <a:pt x="633" y="69"/>
                    <a:pt x="633" y="69"/>
                  </a:cubicBezTo>
                  <a:cubicBezTo>
                    <a:pt x="632" y="68"/>
                    <a:pt x="632" y="68"/>
                    <a:pt x="632" y="67"/>
                  </a:cubicBezTo>
                  <a:cubicBezTo>
                    <a:pt x="630" y="69"/>
                    <a:pt x="627" y="71"/>
                    <a:pt x="622" y="71"/>
                  </a:cubicBezTo>
                  <a:cubicBezTo>
                    <a:pt x="620" y="71"/>
                    <a:pt x="618" y="70"/>
                    <a:pt x="616" y="69"/>
                  </a:cubicBezTo>
                  <a:cubicBezTo>
                    <a:pt x="615" y="67"/>
                    <a:pt x="615" y="65"/>
                    <a:pt x="616" y="63"/>
                  </a:cubicBezTo>
                  <a:cubicBezTo>
                    <a:pt x="616" y="62"/>
                    <a:pt x="617" y="61"/>
                    <a:pt x="617" y="61"/>
                  </a:cubicBezTo>
                  <a:cubicBezTo>
                    <a:pt x="617" y="60"/>
                    <a:pt x="617" y="60"/>
                    <a:pt x="618" y="60"/>
                  </a:cubicBezTo>
                  <a:cubicBezTo>
                    <a:pt x="618" y="60"/>
                    <a:pt x="618" y="60"/>
                    <a:pt x="618" y="60"/>
                  </a:cubicBezTo>
                  <a:cubicBezTo>
                    <a:pt x="616" y="61"/>
                    <a:pt x="615" y="61"/>
                    <a:pt x="613" y="61"/>
                  </a:cubicBezTo>
                  <a:cubicBezTo>
                    <a:pt x="612" y="61"/>
                    <a:pt x="611" y="61"/>
                    <a:pt x="610" y="61"/>
                  </a:cubicBezTo>
                  <a:cubicBezTo>
                    <a:pt x="610" y="62"/>
                    <a:pt x="610" y="63"/>
                    <a:pt x="609" y="64"/>
                  </a:cubicBezTo>
                  <a:cubicBezTo>
                    <a:pt x="608" y="65"/>
                    <a:pt x="607" y="65"/>
                    <a:pt x="606" y="66"/>
                  </a:cubicBezTo>
                  <a:cubicBezTo>
                    <a:pt x="595" y="67"/>
                    <a:pt x="585" y="67"/>
                    <a:pt x="576" y="67"/>
                  </a:cubicBezTo>
                  <a:cubicBezTo>
                    <a:pt x="576" y="67"/>
                    <a:pt x="576" y="67"/>
                    <a:pt x="576" y="67"/>
                  </a:cubicBezTo>
                  <a:cubicBezTo>
                    <a:pt x="572" y="67"/>
                    <a:pt x="570" y="66"/>
                    <a:pt x="568" y="65"/>
                  </a:cubicBezTo>
                  <a:cubicBezTo>
                    <a:pt x="568" y="65"/>
                    <a:pt x="567" y="64"/>
                    <a:pt x="567" y="64"/>
                  </a:cubicBezTo>
                  <a:cubicBezTo>
                    <a:pt x="566" y="64"/>
                    <a:pt x="566" y="64"/>
                    <a:pt x="566" y="64"/>
                  </a:cubicBezTo>
                  <a:cubicBezTo>
                    <a:pt x="566" y="64"/>
                    <a:pt x="566" y="64"/>
                    <a:pt x="565" y="64"/>
                  </a:cubicBezTo>
                  <a:cubicBezTo>
                    <a:pt x="565" y="65"/>
                    <a:pt x="564" y="67"/>
                    <a:pt x="562" y="67"/>
                  </a:cubicBezTo>
                  <a:cubicBezTo>
                    <a:pt x="561" y="67"/>
                    <a:pt x="560" y="67"/>
                    <a:pt x="559" y="67"/>
                  </a:cubicBezTo>
                  <a:cubicBezTo>
                    <a:pt x="558" y="67"/>
                    <a:pt x="557" y="67"/>
                    <a:pt x="556" y="67"/>
                  </a:cubicBezTo>
                  <a:cubicBezTo>
                    <a:pt x="554" y="67"/>
                    <a:pt x="551" y="67"/>
                    <a:pt x="549" y="65"/>
                  </a:cubicBezTo>
                  <a:cubicBezTo>
                    <a:pt x="547" y="64"/>
                    <a:pt x="547" y="64"/>
                    <a:pt x="547" y="64"/>
                  </a:cubicBezTo>
                  <a:cubicBezTo>
                    <a:pt x="540" y="58"/>
                    <a:pt x="532" y="52"/>
                    <a:pt x="530" y="40"/>
                  </a:cubicBezTo>
                  <a:cubicBezTo>
                    <a:pt x="530" y="39"/>
                    <a:pt x="530" y="38"/>
                    <a:pt x="530" y="37"/>
                  </a:cubicBezTo>
                  <a:cubicBezTo>
                    <a:pt x="529" y="34"/>
                    <a:pt x="528" y="30"/>
                    <a:pt x="530" y="26"/>
                  </a:cubicBezTo>
                  <a:cubicBezTo>
                    <a:pt x="529" y="24"/>
                    <a:pt x="529" y="22"/>
                    <a:pt x="529" y="20"/>
                  </a:cubicBezTo>
                  <a:cubicBezTo>
                    <a:pt x="529" y="19"/>
                    <a:pt x="529" y="19"/>
                    <a:pt x="529" y="18"/>
                  </a:cubicBezTo>
                  <a:cubicBezTo>
                    <a:pt x="529" y="18"/>
                    <a:pt x="529" y="18"/>
                    <a:pt x="529" y="18"/>
                  </a:cubicBezTo>
                  <a:cubicBezTo>
                    <a:pt x="528" y="18"/>
                    <a:pt x="527" y="17"/>
                    <a:pt x="526" y="16"/>
                  </a:cubicBezTo>
                  <a:cubicBezTo>
                    <a:pt x="526" y="17"/>
                    <a:pt x="525" y="17"/>
                    <a:pt x="525" y="17"/>
                  </a:cubicBezTo>
                  <a:cubicBezTo>
                    <a:pt x="522" y="19"/>
                    <a:pt x="520" y="17"/>
                    <a:pt x="519" y="17"/>
                  </a:cubicBezTo>
                  <a:cubicBezTo>
                    <a:pt x="518" y="16"/>
                    <a:pt x="518" y="15"/>
                    <a:pt x="518" y="15"/>
                  </a:cubicBezTo>
                  <a:cubicBezTo>
                    <a:pt x="517" y="14"/>
                    <a:pt x="517" y="14"/>
                    <a:pt x="517" y="14"/>
                  </a:cubicBezTo>
                  <a:cubicBezTo>
                    <a:pt x="516" y="14"/>
                    <a:pt x="514" y="14"/>
                    <a:pt x="512" y="12"/>
                  </a:cubicBezTo>
                  <a:cubicBezTo>
                    <a:pt x="511" y="11"/>
                    <a:pt x="511" y="9"/>
                    <a:pt x="511" y="8"/>
                  </a:cubicBezTo>
                  <a:cubicBezTo>
                    <a:pt x="511" y="7"/>
                    <a:pt x="511" y="7"/>
                    <a:pt x="509" y="6"/>
                  </a:cubicBezTo>
                  <a:cubicBezTo>
                    <a:pt x="509" y="6"/>
                    <a:pt x="508" y="5"/>
                    <a:pt x="507" y="7"/>
                  </a:cubicBezTo>
                  <a:cubicBezTo>
                    <a:pt x="505" y="9"/>
                    <a:pt x="504" y="11"/>
                    <a:pt x="505" y="14"/>
                  </a:cubicBezTo>
                  <a:cubicBezTo>
                    <a:pt x="506" y="16"/>
                    <a:pt x="507" y="19"/>
                    <a:pt x="508" y="21"/>
                  </a:cubicBezTo>
                  <a:cubicBezTo>
                    <a:pt x="508" y="22"/>
                    <a:pt x="509" y="24"/>
                    <a:pt x="507" y="26"/>
                  </a:cubicBezTo>
                  <a:cubicBezTo>
                    <a:pt x="507" y="26"/>
                    <a:pt x="506" y="27"/>
                    <a:pt x="504" y="27"/>
                  </a:cubicBezTo>
                  <a:cubicBezTo>
                    <a:pt x="504" y="30"/>
                    <a:pt x="503" y="32"/>
                    <a:pt x="499" y="32"/>
                  </a:cubicBezTo>
                  <a:cubicBezTo>
                    <a:pt x="498" y="32"/>
                    <a:pt x="497" y="32"/>
                    <a:pt x="496" y="32"/>
                  </a:cubicBezTo>
                  <a:cubicBezTo>
                    <a:pt x="495" y="32"/>
                    <a:pt x="494" y="33"/>
                    <a:pt x="492" y="33"/>
                  </a:cubicBezTo>
                  <a:cubicBezTo>
                    <a:pt x="456" y="32"/>
                    <a:pt x="420" y="32"/>
                    <a:pt x="384" y="32"/>
                  </a:cubicBezTo>
                  <a:cubicBezTo>
                    <a:pt x="329" y="33"/>
                    <a:pt x="275" y="33"/>
                    <a:pt x="220" y="32"/>
                  </a:cubicBezTo>
                  <a:cubicBezTo>
                    <a:pt x="220" y="32"/>
                    <a:pt x="219" y="33"/>
                    <a:pt x="218" y="33"/>
                  </a:cubicBezTo>
                  <a:cubicBezTo>
                    <a:pt x="217" y="33"/>
                    <a:pt x="215" y="33"/>
                    <a:pt x="214" y="33"/>
                  </a:cubicBezTo>
                  <a:cubicBezTo>
                    <a:pt x="210" y="33"/>
                    <a:pt x="208" y="31"/>
                    <a:pt x="207" y="28"/>
                  </a:cubicBezTo>
                  <a:cubicBezTo>
                    <a:pt x="205" y="27"/>
                    <a:pt x="205" y="27"/>
                    <a:pt x="204" y="26"/>
                  </a:cubicBezTo>
                  <a:cubicBezTo>
                    <a:pt x="203" y="24"/>
                    <a:pt x="204" y="22"/>
                    <a:pt x="204" y="21"/>
                  </a:cubicBezTo>
                  <a:cubicBezTo>
                    <a:pt x="204" y="20"/>
                    <a:pt x="204" y="20"/>
                    <a:pt x="204" y="20"/>
                  </a:cubicBezTo>
                  <a:cubicBezTo>
                    <a:pt x="205" y="18"/>
                    <a:pt x="205" y="17"/>
                    <a:pt x="206" y="15"/>
                  </a:cubicBezTo>
                  <a:cubicBezTo>
                    <a:pt x="206" y="15"/>
                    <a:pt x="206" y="14"/>
                    <a:pt x="206" y="14"/>
                  </a:cubicBezTo>
                  <a:cubicBezTo>
                    <a:pt x="207" y="12"/>
                    <a:pt x="206" y="8"/>
                    <a:pt x="204" y="7"/>
                  </a:cubicBezTo>
                  <a:cubicBezTo>
                    <a:pt x="203" y="6"/>
                    <a:pt x="202" y="6"/>
                    <a:pt x="202" y="6"/>
                  </a:cubicBezTo>
                  <a:cubicBezTo>
                    <a:pt x="201" y="6"/>
                    <a:pt x="201" y="6"/>
                    <a:pt x="201" y="6"/>
                  </a:cubicBezTo>
                  <a:cubicBezTo>
                    <a:pt x="200" y="11"/>
                    <a:pt x="198" y="14"/>
                    <a:pt x="194" y="15"/>
                  </a:cubicBezTo>
                  <a:cubicBezTo>
                    <a:pt x="194" y="15"/>
                    <a:pt x="194" y="16"/>
                    <a:pt x="194" y="16"/>
                  </a:cubicBezTo>
                  <a:cubicBezTo>
                    <a:pt x="193" y="16"/>
                    <a:pt x="193" y="16"/>
                    <a:pt x="193" y="16"/>
                  </a:cubicBezTo>
                  <a:cubicBezTo>
                    <a:pt x="192" y="17"/>
                    <a:pt x="190" y="19"/>
                    <a:pt x="187" y="18"/>
                  </a:cubicBezTo>
                  <a:cubicBezTo>
                    <a:pt x="186" y="18"/>
                    <a:pt x="186" y="17"/>
                    <a:pt x="185" y="17"/>
                  </a:cubicBezTo>
                  <a:cubicBezTo>
                    <a:pt x="185" y="17"/>
                    <a:pt x="184" y="17"/>
                    <a:pt x="184" y="17"/>
                  </a:cubicBezTo>
                  <a:cubicBezTo>
                    <a:pt x="183" y="18"/>
                    <a:pt x="183" y="18"/>
                    <a:pt x="183" y="20"/>
                  </a:cubicBezTo>
                  <a:cubicBezTo>
                    <a:pt x="183" y="21"/>
                    <a:pt x="183" y="22"/>
                    <a:pt x="182" y="23"/>
                  </a:cubicBezTo>
                  <a:cubicBezTo>
                    <a:pt x="181" y="25"/>
                    <a:pt x="181" y="26"/>
                    <a:pt x="182" y="28"/>
                  </a:cubicBezTo>
                  <a:cubicBezTo>
                    <a:pt x="182" y="29"/>
                    <a:pt x="182" y="30"/>
                    <a:pt x="182" y="30"/>
                  </a:cubicBezTo>
                  <a:cubicBezTo>
                    <a:pt x="183" y="35"/>
                    <a:pt x="182" y="38"/>
                    <a:pt x="181" y="42"/>
                  </a:cubicBezTo>
                  <a:cubicBezTo>
                    <a:pt x="180" y="43"/>
                    <a:pt x="180" y="45"/>
                    <a:pt x="180" y="47"/>
                  </a:cubicBezTo>
                  <a:cubicBezTo>
                    <a:pt x="179" y="48"/>
                    <a:pt x="178" y="49"/>
                    <a:pt x="178" y="50"/>
                  </a:cubicBezTo>
                  <a:cubicBezTo>
                    <a:pt x="177" y="51"/>
                    <a:pt x="177" y="51"/>
                    <a:pt x="177" y="51"/>
                  </a:cubicBezTo>
                  <a:cubicBezTo>
                    <a:pt x="174" y="54"/>
                    <a:pt x="171" y="58"/>
                    <a:pt x="167" y="62"/>
                  </a:cubicBezTo>
                  <a:cubicBezTo>
                    <a:pt x="163" y="65"/>
                    <a:pt x="158" y="67"/>
                    <a:pt x="152" y="67"/>
                  </a:cubicBezTo>
                  <a:cubicBezTo>
                    <a:pt x="152" y="67"/>
                    <a:pt x="152" y="67"/>
                    <a:pt x="152" y="67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51" y="67"/>
                    <a:pt x="151" y="67"/>
                    <a:pt x="151" y="67"/>
                  </a:cubicBezTo>
                  <a:cubicBezTo>
                    <a:pt x="150" y="67"/>
                    <a:pt x="147" y="67"/>
                    <a:pt x="146" y="65"/>
                  </a:cubicBezTo>
                  <a:cubicBezTo>
                    <a:pt x="144" y="66"/>
                    <a:pt x="143" y="66"/>
                    <a:pt x="142" y="65"/>
                  </a:cubicBezTo>
                  <a:cubicBezTo>
                    <a:pt x="141" y="67"/>
                    <a:pt x="140" y="68"/>
                    <a:pt x="137" y="68"/>
                  </a:cubicBezTo>
                  <a:cubicBezTo>
                    <a:pt x="127" y="67"/>
                    <a:pt x="127" y="67"/>
                    <a:pt x="127" y="67"/>
                  </a:cubicBezTo>
                  <a:cubicBezTo>
                    <a:pt x="121" y="67"/>
                    <a:pt x="115" y="67"/>
                    <a:pt x="108" y="66"/>
                  </a:cubicBezTo>
                  <a:cubicBezTo>
                    <a:pt x="108" y="66"/>
                    <a:pt x="106" y="66"/>
                    <a:pt x="105" y="65"/>
                  </a:cubicBezTo>
                  <a:cubicBezTo>
                    <a:pt x="104" y="64"/>
                    <a:pt x="104" y="62"/>
                    <a:pt x="104" y="61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3" y="62"/>
                    <a:pt x="101" y="62"/>
                    <a:pt x="100" y="62"/>
                  </a:cubicBezTo>
                  <a:cubicBezTo>
                    <a:pt x="98" y="62"/>
                    <a:pt x="97" y="61"/>
                    <a:pt x="96" y="60"/>
                  </a:cubicBezTo>
                  <a:cubicBezTo>
                    <a:pt x="96" y="60"/>
                    <a:pt x="96" y="60"/>
                    <a:pt x="96" y="60"/>
                  </a:cubicBezTo>
                  <a:cubicBezTo>
                    <a:pt x="96" y="61"/>
                    <a:pt x="96" y="62"/>
                    <a:pt x="97" y="63"/>
                  </a:cubicBezTo>
                  <a:cubicBezTo>
                    <a:pt x="97" y="64"/>
                    <a:pt x="97" y="65"/>
                    <a:pt x="97" y="66"/>
                  </a:cubicBezTo>
                  <a:cubicBezTo>
                    <a:pt x="98" y="68"/>
                    <a:pt x="97" y="70"/>
                    <a:pt x="96" y="71"/>
                  </a:cubicBezTo>
                  <a:cubicBezTo>
                    <a:pt x="95" y="71"/>
                    <a:pt x="94" y="71"/>
                    <a:pt x="93" y="71"/>
                  </a:cubicBezTo>
                  <a:cubicBezTo>
                    <a:pt x="90" y="71"/>
                    <a:pt x="84" y="70"/>
                    <a:pt x="82" y="68"/>
                  </a:cubicBezTo>
                  <a:cubicBezTo>
                    <a:pt x="82" y="68"/>
                    <a:pt x="81" y="67"/>
                    <a:pt x="81" y="67"/>
                  </a:cubicBezTo>
                  <a:cubicBezTo>
                    <a:pt x="81" y="67"/>
                    <a:pt x="81" y="68"/>
                    <a:pt x="80" y="68"/>
                  </a:cubicBezTo>
                  <a:cubicBezTo>
                    <a:pt x="79" y="70"/>
                    <a:pt x="77" y="70"/>
                    <a:pt x="74" y="69"/>
                  </a:cubicBezTo>
                  <a:cubicBezTo>
                    <a:pt x="72" y="69"/>
                    <a:pt x="71" y="67"/>
                    <a:pt x="70" y="66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8" y="68"/>
                    <a:pt x="66" y="68"/>
                    <a:pt x="64" y="68"/>
                  </a:cubicBezTo>
                  <a:cubicBezTo>
                    <a:pt x="60" y="68"/>
                    <a:pt x="58" y="65"/>
                    <a:pt x="57" y="63"/>
                  </a:cubicBezTo>
                  <a:cubicBezTo>
                    <a:pt x="57" y="63"/>
                    <a:pt x="57" y="63"/>
                    <a:pt x="57" y="63"/>
                  </a:cubicBezTo>
                  <a:cubicBezTo>
                    <a:pt x="57" y="63"/>
                    <a:pt x="57" y="64"/>
                    <a:pt x="56" y="64"/>
                  </a:cubicBezTo>
                  <a:cubicBezTo>
                    <a:pt x="56" y="65"/>
                    <a:pt x="55" y="66"/>
                    <a:pt x="53" y="66"/>
                  </a:cubicBezTo>
                  <a:cubicBezTo>
                    <a:pt x="52" y="66"/>
                    <a:pt x="52" y="66"/>
                    <a:pt x="52" y="66"/>
                  </a:cubicBezTo>
                  <a:cubicBezTo>
                    <a:pt x="49" y="66"/>
                    <a:pt x="47" y="65"/>
                    <a:pt x="46" y="62"/>
                  </a:cubicBezTo>
                  <a:cubicBezTo>
                    <a:pt x="46" y="61"/>
                    <a:pt x="46" y="61"/>
                    <a:pt x="45" y="61"/>
                  </a:cubicBezTo>
                  <a:cubicBezTo>
                    <a:pt x="44" y="63"/>
                    <a:pt x="42" y="64"/>
                    <a:pt x="37" y="62"/>
                  </a:cubicBezTo>
                  <a:cubicBezTo>
                    <a:pt x="35" y="61"/>
                    <a:pt x="35" y="60"/>
                    <a:pt x="34" y="59"/>
                  </a:cubicBezTo>
                  <a:cubicBezTo>
                    <a:pt x="34" y="58"/>
                    <a:pt x="34" y="58"/>
                    <a:pt x="33" y="57"/>
                  </a:cubicBezTo>
                  <a:cubicBezTo>
                    <a:pt x="33" y="58"/>
                    <a:pt x="33" y="58"/>
                    <a:pt x="32" y="59"/>
                  </a:cubicBezTo>
                  <a:cubicBezTo>
                    <a:pt x="32" y="59"/>
                    <a:pt x="31" y="60"/>
                    <a:pt x="30" y="60"/>
                  </a:cubicBezTo>
                  <a:cubicBezTo>
                    <a:pt x="28" y="60"/>
                    <a:pt x="27" y="60"/>
                    <a:pt x="25" y="59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3" y="58"/>
                    <a:pt x="22" y="58"/>
                    <a:pt x="22" y="58"/>
                  </a:cubicBezTo>
                  <a:cubicBezTo>
                    <a:pt x="21" y="58"/>
                    <a:pt x="19" y="57"/>
                    <a:pt x="19" y="55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19" y="53"/>
                    <a:pt x="19" y="53"/>
                    <a:pt x="19" y="53"/>
                  </a:cubicBezTo>
                  <a:cubicBezTo>
                    <a:pt x="19" y="53"/>
                    <a:pt x="19" y="53"/>
                    <a:pt x="18" y="53"/>
                  </a:cubicBezTo>
                  <a:cubicBezTo>
                    <a:pt x="18" y="56"/>
                    <a:pt x="15" y="57"/>
                    <a:pt x="14" y="58"/>
                  </a:cubicBezTo>
                  <a:cubicBezTo>
                    <a:pt x="13" y="58"/>
                    <a:pt x="12" y="59"/>
                    <a:pt x="12" y="59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2" y="62"/>
                    <a:pt x="12" y="64"/>
                    <a:pt x="11" y="65"/>
                  </a:cubicBezTo>
                  <a:cubicBezTo>
                    <a:pt x="11" y="66"/>
                    <a:pt x="9" y="67"/>
                    <a:pt x="6" y="67"/>
                  </a:cubicBezTo>
                  <a:cubicBezTo>
                    <a:pt x="7" y="69"/>
                    <a:pt x="8" y="69"/>
                    <a:pt x="9" y="70"/>
                  </a:cubicBezTo>
                  <a:cubicBezTo>
                    <a:pt x="12" y="71"/>
                    <a:pt x="16" y="73"/>
                    <a:pt x="19" y="75"/>
                  </a:cubicBezTo>
                  <a:cubicBezTo>
                    <a:pt x="23" y="77"/>
                    <a:pt x="27" y="79"/>
                    <a:pt x="32" y="81"/>
                  </a:cubicBezTo>
                  <a:cubicBezTo>
                    <a:pt x="35" y="82"/>
                    <a:pt x="35" y="84"/>
                    <a:pt x="35" y="85"/>
                  </a:cubicBezTo>
                  <a:cubicBezTo>
                    <a:pt x="35" y="85"/>
                    <a:pt x="35" y="86"/>
                    <a:pt x="35" y="86"/>
                  </a:cubicBezTo>
                  <a:cubicBezTo>
                    <a:pt x="35" y="86"/>
                    <a:pt x="36" y="86"/>
                    <a:pt x="37" y="86"/>
                  </a:cubicBezTo>
                  <a:cubicBezTo>
                    <a:pt x="37" y="86"/>
                    <a:pt x="37" y="86"/>
                    <a:pt x="37" y="86"/>
                  </a:cubicBezTo>
                  <a:cubicBezTo>
                    <a:pt x="41" y="86"/>
                    <a:pt x="42" y="89"/>
                    <a:pt x="42" y="90"/>
                  </a:cubicBezTo>
                  <a:cubicBezTo>
                    <a:pt x="42" y="90"/>
                    <a:pt x="42" y="90"/>
                    <a:pt x="42" y="90"/>
                  </a:cubicBezTo>
                  <a:cubicBezTo>
                    <a:pt x="43" y="90"/>
                    <a:pt x="43" y="90"/>
                    <a:pt x="43" y="90"/>
                  </a:cubicBezTo>
                  <a:cubicBezTo>
                    <a:pt x="43" y="90"/>
                    <a:pt x="44" y="90"/>
                    <a:pt x="44" y="90"/>
                  </a:cubicBezTo>
                  <a:cubicBezTo>
                    <a:pt x="45" y="91"/>
                    <a:pt x="47" y="91"/>
                    <a:pt x="47" y="93"/>
                  </a:cubicBezTo>
                  <a:cubicBezTo>
                    <a:pt x="48" y="95"/>
                    <a:pt x="49" y="95"/>
                    <a:pt x="51" y="96"/>
                  </a:cubicBezTo>
                  <a:cubicBezTo>
                    <a:pt x="53" y="97"/>
                    <a:pt x="55" y="97"/>
                    <a:pt x="56" y="99"/>
                  </a:cubicBezTo>
                  <a:cubicBezTo>
                    <a:pt x="59" y="100"/>
                    <a:pt x="60" y="102"/>
                    <a:pt x="60" y="103"/>
                  </a:cubicBezTo>
                  <a:cubicBezTo>
                    <a:pt x="60" y="103"/>
                    <a:pt x="61" y="103"/>
                    <a:pt x="61" y="103"/>
                  </a:cubicBezTo>
                  <a:cubicBezTo>
                    <a:pt x="64" y="103"/>
                    <a:pt x="65" y="104"/>
                    <a:pt x="65" y="106"/>
                  </a:cubicBezTo>
                  <a:cubicBezTo>
                    <a:pt x="65" y="106"/>
                    <a:pt x="65" y="106"/>
                    <a:pt x="67" y="106"/>
                  </a:cubicBezTo>
                  <a:cubicBezTo>
                    <a:pt x="68" y="107"/>
                    <a:pt x="70" y="108"/>
                    <a:pt x="71" y="110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 dirty="0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B1C666E8-3466-463B-9D25-1D3FCF01B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7" y="1938"/>
              <a:ext cx="130" cy="183"/>
            </a:xfrm>
            <a:custGeom>
              <a:avLst/>
              <a:gdLst>
                <a:gd name="T0" fmla="*/ 62 w 76"/>
                <a:gd name="T1" fmla="*/ 8 h 106"/>
                <a:gd name="T2" fmla="*/ 73 w 76"/>
                <a:gd name="T3" fmla="*/ 32 h 106"/>
                <a:gd name="T4" fmla="*/ 70 w 76"/>
                <a:gd name="T5" fmla="*/ 32 h 106"/>
                <a:gd name="T6" fmla="*/ 60 w 76"/>
                <a:gd name="T7" fmla="*/ 11 h 106"/>
                <a:gd name="T8" fmla="*/ 37 w 76"/>
                <a:gd name="T9" fmla="*/ 3 h 106"/>
                <a:gd name="T10" fmla="*/ 14 w 76"/>
                <a:gd name="T11" fmla="*/ 9 h 106"/>
                <a:gd name="T12" fmla="*/ 5 w 76"/>
                <a:gd name="T13" fmla="*/ 25 h 106"/>
                <a:gd name="T14" fmla="*/ 17 w 76"/>
                <a:gd name="T15" fmla="*/ 41 h 106"/>
                <a:gd name="T16" fmla="*/ 38 w 76"/>
                <a:gd name="T17" fmla="*/ 48 h 106"/>
                <a:gd name="T18" fmla="*/ 64 w 76"/>
                <a:gd name="T19" fmla="*/ 57 h 106"/>
                <a:gd name="T20" fmla="*/ 76 w 76"/>
                <a:gd name="T21" fmla="*/ 78 h 106"/>
                <a:gd name="T22" fmla="*/ 65 w 76"/>
                <a:gd name="T23" fmla="*/ 99 h 106"/>
                <a:gd name="T24" fmla="*/ 38 w 76"/>
                <a:gd name="T25" fmla="*/ 106 h 106"/>
                <a:gd name="T26" fmla="*/ 12 w 76"/>
                <a:gd name="T27" fmla="*/ 97 h 106"/>
                <a:gd name="T28" fmla="*/ 0 w 76"/>
                <a:gd name="T29" fmla="*/ 70 h 106"/>
                <a:gd name="T30" fmla="*/ 3 w 76"/>
                <a:gd name="T31" fmla="*/ 70 h 106"/>
                <a:gd name="T32" fmla="*/ 14 w 76"/>
                <a:gd name="T33" fmla="*/ 94 h 106"/>
                <a:gd name="T34" fmla="*/ 38 w 76"/>
                <a:gd name="T35" fmla="*/ 102 h 106"/>
                <a:gd name="T36" fmla="*/ 63 w 76"/>
                <a:gd name="T37" fmla="*/ 96 h 106"/>
                <a:gd name="T38" fmla="*/ 72 w 76"/>
                <a:gd name="T39" fmla="*/ 78 h 106"/>
                <a:gd name="T40" fmla="*/ 61 w 76"/>
                <a:gd name="T41" fmla="*/ 60 h 106"/>
                <a:gd name="T42" fmla="*/ 37 w 76"/>
                <a:gd name="T43" fmla="*/ 51 h 106"/>
                <a:gd name="T44" fmla="*/ 14 w 76"/>
                <a:gd name="T45" fmla="*/ 44 h 106"/>
                <a:gd name="T46" fmla="*/ 2 w 76"/>
                <a:gd name="T47" fmla="*/ 25 h 106"/>
                <a:gd name="T48" fmla="*/ 13 w 76"/>
                <a:gd name="T49" fmla="*/ 6 h 106"/>
                <a:gd name="T50" fmla="*/ 37 w 76"/>
                <a:gd name="T51" fmla="*/ 0 h 106"/>
                <a:gd name="T52" fmla="*/ 62 w 76"/>
                <a:gd name="T5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6" h="106">
                  <a:moveTo>
                    <a:pt x="62" y="8"/>
                  </a:moveTo>
                  <a:cubicBezTo>
                    <a:pt x="69" y="14"/>
                    <a:pt x="72" y="22"/>
                    <a:pt x="73" y="32"/>
                  </a:cubicBezTo>
                  <a:cubicBezTo>
                    <a:pt x="70" y="32"/>
                    <a:pt x="70" y="32"/>
                    <a:pt x="70" y="32"/>
                  </a:cubicBezTo>
                  <a:cubicBezTo>
                    <a:pt x="69" y="23"/>
                    <a:pt x="66" y="16"/>
                    <a:pt x="60" y="11"/>
                  </a:cubicBezTo>
                  <a:cubicBezTo>
                    <a:pt x="55" y="6"/>
                    <a:pt x="47" y="3"/>
                    <a:pt x="37" y="3"/>
                  </a:cubicBezTo>
                  <a:cubicBezTo>
                    <a:pt x="27" y="3"/>
                    <a:pt x="20" y="5"/>
                    <a:pt x="14" y="9"/>
                  </a:cubicBezTo>
                  <a:cubicBezTo>
                    <a:pt x="8" y="12"/>
                    <a:pt x="5" y="18"/>
                    <a:pt x="5" y="25"/>
                  </a:cubicBezTo>
                  <a:cubicBezTo>
                    <a:pt x="5" y="32"/>
                    <a:pt x="9" y="37"/>
                    <a:pt x="17" y="41"/>
                  </a:cubicBezTo>
                  <a:cubicBezTo>
                    <a:pt x="20" y="43"/>
                    <a:pt x="27" y="45"/>
                    <a:pt x="38" y="48"/>
                  </a:cubicBezTo>
                  <a:cubicBezTo>
                    <a:pt x="50" y="51"/>
                    <a:pt x="59" y="54"/>
                    <a:pt x="64" y="57"/>
                  </a:cubicBezTo>
                  <a:cubicBezTo>
                    <a:pt x="72" y="62"/>
                    <a:pt x="76" y="69"/>
                    <a:pt x="76" y="78"/>
                  </a:cubicBezTo>
                  <a:cubicBezTo>
                    <a:pt x="76" y="87"/>
                    <a:pt x="72" y="94"/>
                    <a:pt x="65" y="99"/>
                  </a:cubicBezTo>
                  <a:cubicBezTo>
                    <a:pt x="58" y="103"/>
                    <a:pt x="49" y="106"/>
                    <a:pt x="38" y="106"/>
                  </a:cubicBezTo>
                  <a:cubicBezTo>
                    <a:pt x="27" y="106"/>
                    <a:pt x="18" y="103"/>
                    <a:pt x="12" y="97"/>
                  </a:cubicBezTo>
                  <a:cubicBezTo>
                    <a:pt x="5" y="91"/>
                    <a:pt x="1" y="82"/>
                    <a:pt x="0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4" y="81"/>
                    <a:pt x="8" y="89"/>
                    <a:pt x="14" y="94"/>
                  </a:cubicBezTo>
                  <a:cubicBezTo>
                    <a:pt x="20" y="100"/>
                    <a:pt x="28" y="102"/>
                    <a:pt x="38" y="102"/>
                  </a:cubicBezTo>
                  <a:cubicBezTo>
                    <a:pt x="48" y="102"/>
                    <a:pt x="56" y="100"/>
                    <a:pt x="63" y="96"/>
                  </a:cubicBezTo>
                  <a:cubicBezTo>
                    <a:pt x="69" y="91"/>
                    <a:pt x="72" y="86"/>
                    <a:pt x="72" y="78"/>
                  </a:cubicBezTo>
                  <a:cubicBezTo>
                    <a:pt x="72" y="70"/>
                    <a:pt x="69" y="64"/>
                    <a:pt x="61" y="60"/>
                  </a:cubicBezTo>
                  <a:cubicBezTo>
                    <a:pt x="57" y="57"/>
                    <a:pt x="49" y="54"/>
                    <a:pt x="37" y="51"/>
                  </a:cubicBezTo>
                  <a:cubicBezTo>
                    <a:pt x="25" y="48"/>
                    <a:pt x="18" y="46"/>
                    <a:pt x="14" y="44"/>
                  </a:cubicBezTo>
                  <a:cubicBezTo>
                    <a:pt x="6" y="39"/>
                    <a:pt x="2" y="33"/>
                    <a:pt x="2" y="25"/>
                  </a:cubicBezTo>
                  <a:cubicBezTo>
                    <a:pt x="2" y="17"/>
                    <a:pt x="6" y="10"/>
                    <a:pt x="13" y="6"/>
                  </a:cubicBezTo>
                  <a:cubicBezTo>
                    <a:pt x="19" y="2"/>
                    <a:pt x="27" y="0"/>
                    <a:pt x="37" y="0"/>
                  </a:cubicBezTo>
                  <a:cubicBezTo>
                    <a:pt x="48" y="0"/>
                    <a:pt x="56" y="3"/>
                    <a:pt x="62" y="8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3412CCBF-2E1F-484A-940E-661EEB08D0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9" y="1942"/>
              <a:ext cx="96" cy="179"/>
            </a:xfrm>
            <a:custGeom>
              <a:avLst/>
              <a:gdLst>
                <a:gd name="T0" fmla="*/ 53 w 56"/>
                <a:gd name="T1" fmla="*/ 0 h 104"/>
                <a:gd name="T2" fmla="*/ 56 w 56"/>
                <a:gd name="T3" fmla="*/ 0 h 104"/>
                <a:gd name="T4" fmla="*/ 56 w 56"/>
                <a:gd name="T5" fmla="*/ 70 h 104"/>
                <a:gd name="T6" fmla="*/ 50 w 56"/>
                <a:gd name="T7" fmla="*/ 94 h 104"/>
                <a:gd name="T8" fmla="*/ 27 w 56"/>
                <a:gd name="T9" fmla="*/ 104 h 104"/>
                <a:gd name="T10" fmla="*/ 8 w 56"/>
                <a:gd name="T11" fmla="*/ 97 h 104"/>
                <a:gd name="T12" fmla="*/ 0 w 56"/>
                <a:gd name="T13" fmla="*/ 75 h 104"/>
                <a:gd name="T14" fmla="*/ 0 w 56"/>
                <a:gd name="T15" fmla="*/ 70 h 104"/>
                <a:gd name="T16" fmla="*/ 3 w 56"/>
                <a:gd name="T17" fmla="*/ 70 h 104"/>
                <a:gd name="T18" fmla="*/ 3 w 56"/>
                <a:gd name="T19" fmla="*/ 75 h 104"/>
                <a:gd name="T20" fmla="*/ 27 w 56"/>
                <a:gd name="T21" fmla="*/ 100 h 104"/>
                <a:gd name="T22" fmla="*/ 47 w 56"/>
                <a:gd name="T23" fmla="*/ 92 h 104"/>
                <a:gd name="T24" fmla="*/ 53 w 56"/>
                <a:gd name="T25" fmla="*/ 70 h 104"/>
                <a:gd name="T26" fmla="*/ 53 w 56"/>
                <a:gd name="T27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6" h="104">
                  <a:moveTo>
                    <a:pt x="53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6" y="80"/>
                    <a:pt x="54" y="88"/>
                    <a:pt x="50" y="94"/>
                  </a:cubicBezTo>
                  <a:cubicBezTo>
                    <a:pt x="45" y="100"/>
                    <a:pt x="37" y="104"/>
                    <a:pt x="27" y="104"/>
                  </a:cubicBezTo>
                  <a:cubicBezTo>
                    <a:pt x="19" y="104"/>
                    <a:pt x="12" y="101"/>
                    <a:pt x="8" y="97"/>
                  </a:cubicBezTo>
                  <a:cubicBezTo>
                    <a:pt x="2" y="92"/>
                    <a:pt x="0" y="84"/>
                    <a:pt x="0" y="75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3" y="75"/>
                    <a:pt x="3" y="75"/>
                    <a:pt x="3" y="75"/>
                  </a:cubicBezTo>
                  <a:cubicBezTo>
                    <a:pt x="3" y="92"/>
                    <a:pt x="11" y="100"/>
                    <a:pt x="27" y="100"/>
                  </a:cubicBezTo>
                  <a:cubicBezTo>
                    <a:pt x="36" y="100"/>
                    <a:pt x="43" y="97"/>
                    <a:pt x="47" y="92"/>
                  </a:cubicBezTo>
                  <a:cubicBezTo>
                    <a:pt x="51" y="87"/>
                    <a:pt x="53" y="80"/>
                    <a:pt x="53" y="70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CE8933D4-46F7-4EEA-AD4A-772D621DA4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9" y="1942"/>
              <a:ext cx="142" cy="175"/>
            </a:xfrm>
            <a:custGeom>
              <a:avLst/>
              <a:gdLst>
                <a:gd name="T0" fmla="*/ 0 w 142"/>
                <a:gd name="T1" fmla="*/ 0 h 175"/>
                <a:gd name="T2" fmla="*/ 142 w 142"/>
                <a:gd name="T3" fmla="*/ 0 h 175"/>
                <a:gd name="T4" fmla="*/ 142 w 142"/>
                <a:gd name="T5" fmla="*/ 5 h 175"/>
                <a:gd name="T6" fmla="*/ 73 w 142"/>
                <a:gd name="T7" fmla="*/ 5 h 175"/>
                <a:gd name="T8" fmla="*/ 73 w 142"/>
                <a:gd name="T9" fmla="*/ 175 h 175"/>
                <a:gd name="T10" fmla="*/ 68 w 142"/>
                <a:gd name="T11" fmla="*/ 175 h 175"/>
                <a:gd name="T12" fmla="*/ 68 w 142"/>
                <a:gd name="T13" fmla="*/ 5 h 175"/>
                <a:gd name="T14" fmla="*/ 0 w 142"/>
                <a:gd name="T15" fmla="*/ 5 h 175"/>
                <a:gd name="T16" fmla="*/ 0 w 142"/>
                <a:gd name="T17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2" h="175">
                  <a:moveTo>
                    <a:pt x="0" y="0"/>
                  </a:moveTo>
                  <a:lnTo>
                    <a:pt x="142" y="0"/>
                  </a:lnTo>
                  <a:lnTo>
                    <a:pt x="142" y="5"/>
                  </a:lnTo>
                  <a:lnTo>
                    <a:pt x="73" y="5"/>
                  </a:lnTo>
                  <a:lnTo>
                    <a:pt x="73" y="175"/>
                  </a:lnTo>
                  <a:lnTo>
                    <a:pt x="68" y="175"/>
                  </a:lnTo>
                  <a:lnTo>
                    <a:pt x="68" y="5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F0392651-136F-460B-8757-9712E2A1AE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3" y="1942"/>
              <a:ext cx="130" cy="179"/>
            </a:xfrm>
            <a:custGeom>
              <a:avLst/>
              <a:gdLst>
                <a:gd name="T0" fmla="*/ 0 w 76"/>
                <a:gd name="T1" fmla="*/ 0 h 104"/>
                <a:gd name="T2" fmla="*/ 4 w 76"/>
                <a:gd name="T3" fmla="*/ 0 h 104"/>
                <a:gd name="T4" fmla="*/ 4 w 76"/>
                <a:gd name="T5" fmla="*/ 62 h 104"/>
                <a:gd name="T6" fmla="*/ 12 w 76"/>
                <a:gd name="T7" fmla="*/ 90 h 104"/>
                <a:gd name="T8" fmla="*/ 38 w 76"/>
                <a:gd name="T9" fmla="*/ 100 h 104"/>
                <a:gd name="T10" fmla="*/ 65 w 76"/>
                <a:gd name="T11" fmla="*/ 90 h 104"/>
                <a:gd name="T12" fmla="*/ 73 w 76"/>
                <a:gd name="T13" fmla="*/ 62 h 104"/>
                <a:gd name="T14" fmla="*/ 73 w 76"/>
                <a:gd name="T15" fmla="*/ 0 h 104"/>
                <a:gd name="T16" fmla="*/ 76 w 76"/>
                <a:gd name="T17" fmla="*/ 0 h 104"/>
                <a:gd name="T18" fmla="*/ 76 w 76"/>
                <a:gd name="T19" fmla="*/ 62 h 104"/>
                <a:gd name="T20" fmla="*/ 68 w 76"/>
                <a:gd name="T21" fmla="*/ 92 h 104"/>
                <a:gd name="T22" fmla="*/ 38 w 76"/>
                <a:gd name="T23" fmla="*/ 104 h 104"/>
                <a:gd name="T24" fmla="*/ 9 w 76"/>
                <a:gd name="T25" fmla="*/ 92 h 104"/>
                <a:gd name="T26" fmla="*/ 0 w 76"/>
                <a:gd name="T27" fmla="*/ 62 h 104"/>
                <a:gd name="T28" fmla="*/ 0 w 76"/>
                <a:gd name="T2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104">
                  <a:moveTo>
                    <a:pt x="0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74"/>
                    <a:pt x="6" y="83"/>
                    <a:pt x="12" y="90"/>
                  </a:cubicBezTo>
                  <a:cubicBezTo>
                    <a:pt x="17" y="97"/>
                    <a:pt x="26" y="100"/>
                    <a:pt x="38" y="100"/>
                  </a:cubicBezTo>
                  <a:cubicBezTo>
                    <a:pt x="50" y="100"/>
                    <a:pt x="59" y="97"/>
                    <a:pt x="65" y="90"/>
                  </a:cubicBezTo>
                  <a:cubicBezTo>
                    <a:pt x="70" y="83"/>
                    <a:pt x="73" y="74"/>
                    <a:pt x="73" y="62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62"/>
                    <a:pt x="76" y="62"/>
                    <a:pt x="76" y="62"/>
                  </a:cubicBezTo>
                  <a:cubicBezTo>
                    <a:pt x="76" y="75"/>
                    <a:pt x="73" y="85"/>
                    <a:pt x="68" y="92"/>
                  </a:cubicBezTo>
                  <a:cubicBezTo>
                    <a:pt x="61" y="100"/>
                    <a:pt x="52" y="104"/>
                    <a:pt x="38" y="104"/>
                  </a:cubicBezTo>
                  <a:cubicBezTo>
                    <a:pt x="25" y="104"/>
                    <a:pt x="15" y="100"/>
                    <a:pt x="9" y="92"/>
                  </a:cubicBezTo>
                  <a:cubicBezTo>
                    <a:pt x="3" y="85"/>
                    <a:pt x="0" y="75"/>
                    <a:pt x="0" y="6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</p:grp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B796342C-43B6-4877-9B27-1BDD985BE305}"/>
              </a:ext>
            </a:extLst>
          </p:cNvPr>
          <p:cNvCxnSpPr>
            <a:cxnSpLocks/>
            <a:stCxn id="11" idx="36"/>
          </p:cNvCxnSpPr>
          <p:nvPr userDrawn="1"/>
        </p:nvCxnSpPr>
        <p:spPr>
          <a:xfrm flipH="1" flipV="1">
            <a:off x="3" y="751684"/>
            <a:ext cx="10144994" cy="97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6904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5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4">
          <p15:clr>
            <a:srgbClr val="F26B43"/>
          </p15:clr>
        </p15:guide>
        <p15:guide id="2" pos="7368">
          <p15:clr>
            <a:srgbClr val="F26B43"/>
          </p15:clr>
        </p15:guide>
        <p15:guide id="3" orient="horz" pos="472">
          <p15:clr>
            <a:srgbClr val="F26B43"/>
          </p15:clr>
        </p15:guide>
        <p15:guide id="4" orient="horz" pos="414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>
            <a:extLst>
              <a:ext uri="{FF2B5EF4-FFF2-40B4-BE49-F238E27FC236}">
                <a16:creationId xmlns:a16="http://schemas.microsoft.com/office/drawing/2014/main" id="{7C203E5F-10CC-4C39-9C3B-08322486F55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1958"/>
          <a:stretch/>
        </p:blipFill>
        <p:spPr>
          <a:xfrm>
            <a:off x="-90150" y="3182907"/>
            <a:ext cx="12282150" cy="41148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F5F7A16-4E2B-4F11-A46F-2F0ADA0A8C50}"/>
              </a:ext>
            </a:extLst>
          </p:cNvPr>
          <p:cNvSpPr/>
          <p:nvPr/>
        </p:nvSpPr>
        <p:spPr>
          <a:xfrm>
            <a:off x="0" y="6296878"/>
            <a:ext cx="12191999" cy="5611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4314C7FB-2670-4060-B623-A52586BEB42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345597" y="223705"/>
            <a:ext cx="2846403" cy="450233"/>
            <a:chOff x="768" y="1292"/>
            <a:chExt cx="5241" cy="829"/>
          </a:xfrm>
          <a:solidFill>
            <a:schemeClr val="accent1"/>
          </a:solidFill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28988226-D010-41FE-980E-62BDF13DB4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7" y="1292"/>
              <a:ext cx="1742" cy="829"/>
            </a:xfrm>
            <a:custGeom>
              <a:avLst/>
              <a:gdLst>
                <a:gd name="T0" fmla="*/ 1742 w 1742"/>
                <a:gd name="T1" fmla="*/ 829 h 829"/>
                <a:gd name="T2" fmla="*/ 851 w 1742"/>
                <a:gd name="T3" fmla="*/ 829 h 829"/>
                <a:gd name="T4" fmla="*/ 851 w 1742"/>
                <a:gd name="T5" fmla="*/ 9 h 829"/>
                <a:gd name="T6" fmla="*/ 751 w 1742"/>
                <a:gd name="T7" fmla="*/ 9 h 829"/>
                <a:gd name="T8" fmla="*/ 751 w 1742"/>
                <a:gd name="T9" fmla="*/ 24 h 829"/>
                <a:gd name="T10" fmla="*/ 724 w 1742"/>
                <a:gd name="T11" fmla="*/ 24 h 829"/>
                <a:gd name="T12" fmla="*/ 724 w 1742"/>
                <a:gd name="T13" fmla="*/ 9 h 829"/>
                <a:gd name="T14" fmla="*/ 258 w 1742"/>
                <a:gd name="T15" fmla="*/ 9 h 829"/>
                <a:gd name="T16" fmla="*/ 258 w 1742"/>
                <a:gd name="T17" fmla="*/ 24 h 829"/>
                <a:gd name="T18" fmla="*/ 231 w 1742"/>
                <a:gd name="T19" fmla="*/ 24 h 829"/>
                <a:gd name="T20" fmla="*/ 231 w 1742"/>
                <a:gd name="T21" fmla="*/ 9 h 829"/>
                <a:gd name="T22" fmla="*/ 132 w 1742"/>
                <a:gd name="T23" fmla="*/ 9 h 829"/>
                <a:gd name="T24" fmla="*/ 132 w 1742"/>
                <a:gd name="T25" fmla="*/ 829 h 829"/>
                <a:gd name="T26" fmla="*/ 0 w 1742"/>
                <a:gd name="T27" fmla="*/ 829 h 829"/>
                <a:gd name="T28" fmla="*/ 0 w 1742"/>
                <a:gd name="T29" fmla="*/ 820 h 829"/>
                <a:gd name="T30" fmla="*/ 123 w 1742"/>
                <a:gd name="T31" fmla="*/ 820 h 829"/>
                <a:gd name="T32" fmla="*/ 123 w 1742"/>
                <a:gd name="T33" fmla="*/ 0 h 829"/>
                <a:gd name="T34" fmla="*/ 239 w 1742"/>
                <a:gd name="T35" fmla="*/ 0 h 829"/>
                <a:gd name="T36" fmla="*/ 239 w 1742"/>
                <a:gd name="T37" fmla="*/ 14 h 829"/>
                <a:gd name="T38" fmla="*/ 250 w 1742"/>
                <a:gd name="T39" fmla="*/ 14 h 829"/>
                <a:gd name="T40" fmla="*/ 250 w 1742"/>
                <a:gd name="T41" fmla="*/ 0 h 829"/>
                <a:gd name="T42" fmla="*/ 732 w 1742"/>
                <a:gd name="T43" fmla="*/ 0 h 829"/>
                <a:gd name="T44" fmla="*/ 732 w 1742"/>
                <a:gd name="T45" fmla="*/ 14 h 829"/>
                <a:gd name="T46" fmla="*/ 743 w 1742"/>
                <a:gd name="T47" fmla="*/ 14 h 829"/>
                <a:gd name="T48" fmla="*/ 743 w 1742"/>
                <a:gd name="T49" fmla="*/ 0 h 829"/>
                <a:gd name="T50" fmla="*/ 861 w 1742"/>
                <a:gd name="T51" fmla="*/ 0 h 829"/>
                <a:gd name="T52" fmla="*/ 861 w 1742"/>
                <a:gd name="T53" fmla="*/ 820 h 829"/>
                <a:gd name="T54" fmla="*/ 1742 w 1742"/>
                <a:gd name="T55" fmla="*/ 820 h 829"/>
                <a:gd name="T56" fmla="*/ 1742 w 1742"/>
                <a:gd name="T57" fmla="*/ 829 h 8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742" h="829">
                  <a:moveTo>
                    <a:pt x="1742" y="829"/>
                  </a:moveTo>
                  <a:lnTo>
                    <a:pt x="851" y="829"/>
                  </a:lnTo>
                  <a:lnTo>
                    <a:pt x="851" y="9"/>
                  </a:lnTo>
                  <a:lnTo>
                    <a:pt x="751" y="9"/>
                  </a:lnTo>
                  <a:lnTo>
                    <a:pt x="751" y="24"/>
                  </a:lnTo>
                  <a:lnTo>
                    <a:pt x="724" y="24"/>
                  </a:lnTo>
                  <a:lnTo>
                    <a:pt x="724" y="9"/>
                  </a:lnTo>
                  <a:lnTo>
                    <a:pt x="258" y="9"/>
                  </a:lnTo>
                  <a:lnTo>
                    <a:pt x="258" y="24"/>
                  </a:lnTo>
                  <a:lnTo>
                    <a:pt x="231" y="24"/>
                  </a:lnTo>
                  <a:lnTo>
                    <a:pt x="231" y="9"/>
                  </a:lnTo>
                  <a:lnTo>
                    <a:pt x="132" y="9"/>
                  </a:lnTo>
                  <a:lnTo>
                    <a:pt x="132" y="829"/>
                  </a:lnTo>
                  <a:lnTo>
                    <a:pt x="0" y="829"/>
                  </a:lnTo>
                  <a:lnTo>
                    <a:pt x="0" y="820"/>
                  </a:lnTo>
                  <a:lnTo>
                    <a:pt x="123" y="820"/>
                  </a:lnTo>
                  <a:lnTo>
                    <a:pt x="123" y="0"/>
                  </a:lnTo>
                  <a:lnTo>
                    <a:pt x="239" y="0"/>
                  </a:lnTo>
                  <a:lnTo>
                    <a:pt x="239" y="14"/>
                  </a:lnTo>
                  <a:lnTo>
                    <a:pt x="250" y="14"/>
                  </a:lnTo>
                  <a:lnTo>
                    <a:pt x="250" y="0"/>
                  </a:lnTo>
                  <a:lnTo>
                    <a:pt x="732" y="0"/>
                  </a:lnTo>
                  <a:lnTo>
                    <a:pt x="732" y="14"/>
                  </a:lnTo>
                  <a:lnTo>
                    <a:pt x="743" y="14"/>
                  </a:lnTo>
                  <a:lnTo>
                    <a:pt x="743" y="0"/>
                  </a:lnTo>
                  <a:lnTo>
                    <a:pt x="861" y="0"/>
                  </a:lnTo>
                  <a:lnTo>
                    <a:pt x="861" y="820"/>
                  </a:lnTo>
                  <a:lnTo>
                    <a:pt x="1742" y="820"/>
                  </a:lnTo>
                  <a:lnTo>
                    <a:pt x="1742" y="8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C09FBEAC-F7D9-4313-B1E3-E394B0EFDF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7" y="1471"/>
              <a:ext cx="482" cy="646"/>
            </a:xfrm>
            <a:custGeom>
              <a:avLst/>
              <a:gdLst>
                <a:gd name="T0" fmla="*/ 482 w 482"/>
                <a:gd name="T1" fmla="*/ 646 h 646"/>
                <a:gd name="T2" fmla="*/ 474 w 482"/>
                <a:gd name="T3" fmla="*/ 646 h 646"/>
                <a:gd name="T4" fmla="*/ 474 w 482"/>
                <a:gd name="T5" fmla="*/ 112 h 646"/>
                <a:gd name="T6" fmla="*/ 433 w 482"/>
                <a:gd name="T7" fmla="*/ 112 h 646"/>
                <a:gd name="T8" fmla="*/ 433 w 482"/>
                <a:gd name="T9" fmla="*/ 79 h 646"/>
                <a:gd name="T10" fmla="*/ 364 w 482"/>
                <a:gd name="T11" fmla="*/ 38 h 646"/>
                <a:gd name="T12" fmla="*/ 320 w 482"/>
                <a:gd name="T13" fmla="*/ 38 h 646"/>
                <a:gd name="T14" fmla="*/ 320 w 482"/>
                <a:gd name="T15" fmla="*/ 9 h 646"/>
                <a:gd name="T16" fmla="*/ 164 w 482"/>
                <a:gd name="T17" fmla="*/ 9 h 646"/>
                <a:gd name="T18" fmla="*/ 164 w 482"/>
                <a:gd name="T19" fmla="*/ 38 h 646"/>
                <a:gd name="T20" fmla="*/ 120 w 482"/>
                <a:gd name="T21" fmla="*/ 38 h 646"/>
                <a:gd name="T22" fmla="*/ 49 w 482"/>
                <a:gd name="T23" fmla="*/ 79 h 646"/>
                <a:gd name="T24" fmla="*/ 49 w 482"/>
                <a:gd name="T25" fmla="*/ 112 h 646"/>
                <a:gd name="T26" fmla="*/ 8 w 482"/>
                <a:gd name="T27" fmla="*/ 112 h 646"/>
                <a:gd name="T28" fmla="*/ 8 w 482"/>
                <a:gd name="T29" fmla="*/ 646 h 646"/>
                <a:gd name="T30" fmla="*/ 0 w 482"/>
                <a:gd name="T31" fmla="*/ 646 h 646"/>
                <a:gd name="T32" fmla="*/ 0 w 482"/>
                <a:gd name="T33" fmla="*/ 102 h 646"/>
                <a:gd name="T34" fmla="*/ 41 w 482"/>
                <a:gd name="T35" fmla="*/ 102 h 646"/>
                <a:gd name="T36" fmla="*/ 41 w 482"/>
                <a:gd name="T37" fmla="*/ 74 h 646"/>
                <a:gd name="T38" fmla="*/ 116 w 482"/>
                <a:gd name="T39" fmla="*/ 29 h 646"/>
                <a:gd name="T40" fmla="*/ 154 w 482"/>
                <a:gd name="T41" fmla="*/ 29 h 646"/>
                <a:gd name="T42" fmla="*/ 154 w 482"/>
                <a:gd name="T43" fmla="*/ 0 h 646"/>
                <a:gd name="T44" fmla="*/ 328 w 482"/>
                <a:gd name="T45" fmla="*/ 0 h 646"/>
                <a:gd name="T46" fmla="*/ 328 w 482"/>
                <a:gd name="T47" fmla="*/ 29 h 646"/>
                <a:gd name="T48" fmla="*/ 366 w 482"/>
                <a:gd name="T49" fmla="*/ 29 h 646"/>
                <a:gd name="T50" fmla="*/ 441 w 482"/>
                <a:gd name="T51" fmla="*/ 74 h 646"/>
                <a:gd name="T52" fmla="*/ 441 w 482"/>
                <a:gd name="T53" fmla="*/ 102 h 646"/>
                <a:gd name="T54" fmla="*/ 482 w 482"/>
                <a:gd name="T55" fmla="*/ 102 h 646"/>
                <a:gd name="T56" fmla="*/ 482 w 482"/>
                <a:gd name="T57" fmla="*/ 646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82" h="646">
                  <a:moveTo>
                    <a:pt x="482" y="646"/>
                  </a:moveTo>
                  <a:lnTo>
                    <a:pt x="474" y="646"/>
                  </a:lnTo>
                  <a:lnTo>
                    <a:pt x="474" y="112"/>
                  </a:lnTo>
                  <a:lnTo>
                    <a:pt x="433" y="112"/>
                  </a:lnTo>
                  <a:lnTo>
                    <a:pt x="433" y="79"/>
                  </a:lnTo>
                  <a:lnTo>
                    <a:pt x="364" y="38"/>
                  </a:lnTo>
                  <a:lnTo>
                    <a:pt x="320" y="38"/>
                  </a:lnTo>
                  <a:lnTo>
                    <a:pt x="320" y="9"/>
                  </a:lnTo>
                  <a:lnTo>
                    <a:pt x="164" y="9"/>
                  </a:lnTo>
                  <a:lnTo>
                    <a:pt x="164" y="38"/>
                  </a:lnTo>
                  <a:lnTo>
                    <a:pt x="120" y="38"/>
                  </a:lnTo>
                  <a:lnTo>
                    <a:pt x="49" y="79"/>
                  </a:lnTo>
                  <a:lnTo>
                    <a:pt x="49" y="112"/>
                  </a:lnTo>
                  <a:lnTo>
                    <a:pt x="8" y="112"/>
                  </a:lnTo>
                  <a:lnTo>
                    <a:pt x="8" y="646"/>
                  </a:lnTo>
                  <a:lnTo>
                    <a:pt x="0" y="646"/>
                  </a:lnTo>
                  <a:lnTo>
                    <a:pt x="0" y="102"/>
                  </a:lnTo>
                  <a:lnTo>
                    <a:pt x="41" y="102"/>
                  </a:lnTo>
                  <a:lnTo>
                    <a:pt x="41" y="74"/>
                  </a:lnTo>
                  <a:lnTo>
                    <a:pt x="116" y="29"/>
                  </a:lnTo>
                  <a:lnTo>
                    <a:pt x="154" y="29"/>
                  </a:lnTo>
                  <a:lnTo>
                    <a:pt x="154" y="0"/>
                  </a:lnTo>
                  <a:lnTo>
                    <a:pt x="328" y="0"/>
                  </a:lnTo>
                  <a:lnTo>
                    <a:pt x="328" y="29"/>
                  </a:lnTo>
                  <a:lnTo>
                    <a:pt x="366" y="29"/>
                  </a:lnTo>
                  <a:lnTo>
                    <a:pt x="441" y="74"/>
                  </a:lnTo>
                  <a:lnTo>
                    <a:pt x="441" y="102"/>
                  </a:lnTo>
                  <a:lnTo>
                    <a:pt x="482" y="102"/>
                  </a:lnTo>
                  <a:lnTo>
                    <a:pt x="482" y="646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A8649ADC-3B6E-4715-998C-4ED7DC8E84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8" y="1614"/>
              <a:ext cx="2016" cy="507"/>
            </a:xfrm>
            <a:custGeom>
              <a:avLst/>
              <a:gdLst>
                <a:gd name="T0" fmla="*/ 1125 w 1178"/>
                <a:gd name="T1" fmla="*/ 294 h 294"/>
                <a:gd name="T2" fmla="*/ 1072 w 1178"/>
                <a:gd name="T3" fmla="*/ 231 h 294"/>
                <a:gd name="T4" fmla="*/ 959 w 1178"/>
                <a:gd name="T5" fmla="*/ 111 h 294"/>
                <a:gd name="T6" fmla="*/ 710 w 1178"/>
                <a:gd name="T7" fmla="*/ 53 h 294"/>
                <a:gd name="T8" fmla="*/ 647 w 1178"/>
                <a:gd name="T9" fmla="*/ 53 h 294"/>
                <a:gd name="T10" fmla="*/ 397 w 1178"/>
                <a:gd name="T11" fmla="*/ 111 h 294"/>
                <a:gd name="T12" fmla="*/ 284 w 1178"/>
                <a:gd name="T13" fmla="*/ 231 h 294"/>
                <a:gd name="T14" fmla="*/ 232 w 1178"/>
                <a:gd name="T15" fmla="*/ 294 h 294"/>
                <a:gd name="T16" fmla="*/ 0 w 1178"/>
                <a:gd name="T17" fmla="*/ 289 h 294"/>
                <a:gd name="T18" fmla="*/ 280 w 1178"/>
                <a:gd name="T19" fmla="*/ 227 h 294"/>
                <a:gd name="T20" fmla="*/ 394 w 1178"/>
                <a:gd name="T21" fmla="*/ 107 h 294"/>
                <a:gd name="T22" fmla="*/ 652 w 1178"/>
                <a:gd name="T23" fmla="*/ 51 h 294"/>
                <a:gd name="T24" fmla="*/ 705 w 1178"/>
                <a:gd name="T25" fmla="*/ 51 h 294"/>
                <a:gd name="T26" fmla="*/ 963 w 1178"/>
                <a:gd name="T27" fmla="*/ 107 h 294"/>
                <a:gd name="T28" fmla="*/ 1076 w 1178"/>
                <a:gd name="T29" fmla="*/ 227 h 294"/>
                <a:gd name="T30" fmla="*/ 1178 w 1178"/>
                <a:gd name="T31" fmla="*/ 289 h 294"/>
                <a:gd name="T32" fmla="*/ 1079 w 1178"/>
                <a:gd name="T33" fmla="*/ 294 h 294"/>
                <a:gd name="T34" fmla="*/ 1077 w 1178"/>
                <a:gd name="T35" fmla="*/ 293 h 294"/>
                <a:gd name="T36" fmla="*/ 1014 w 1178"/>
                <a:gd name="T37" fmla="*/ 214 h 294"/>
                <a:gd name="T38" fmla="*/ 838 w 1178"/>
                <a:gd name="T39" fmla="*/ 54 h 294"/>
                <a:gd name="T40" fmla="*/ 715 w 1178"/>
                <a:gd name="T41" fmla="*/ 94 h 294"/>
                <a:gd name="T42" fmla="*/ 690 w 1178"/>
                <a:gd name="T43" fmla="*/ 292 h 294"/>
                <a:gd name="T44" fmla="*/ 685 w 1178"/>
                <a:gd name="T45" fmla="*/ 283 h 294"/>
                <a:gd name="T46" fmla="*/ 760 w 1178"/>
                <a:gd name="T47" fmla="*/ 34 h 294"/>
                <a:gd name="T48" fmla="*/ 1000 w 1178"/>
                <a:gd name="T49" fmla="*/ 190 h 294"/>
                <a:gd name="T50" fmla="*/ 1057 w 1178"/>
                <a:gd name="T51" fmla="*/ 257 h 294"/>
                <a:gd name="T52" fmla="*/ 1081 w 1178"/>
                <a:gd name="T53" fmla="*/ 294 h 294"/>
                <a:gd name="T54" fmla="*/ 277 w 1178"/>
                <a:gd name="T55" fmla="*/ 294 h 294"/>
                <a:gd name="T56" fmla="*/ 300 w 1178"/>
                <a:gd name="T57" fmla="*/ 257 h 294"/>
                <a:gd name="T58" fmla="*/ 356 w 1178"/>
                <a:gd name="T59" fmla="*/ 190 h 294"/>
                <a:gd name="T60" fmla="*/ 597 w 1178"/>
                <a:gd name="T61" fmla="*/ 34 h 294"/>
                <a:gd name="T62" fmla="*/ 672 w 1178"/>
                <a:gd name="T63" fmla="*/ 283 h 294"/>
                <a:gd name="T64" fmla="*/ 666 w 1178"/>
                <a:gd name="T65" fmla="*/ 292 h 294"/>
                <a:gd name="T66" fmla="*/ 641 w 1178"/>
                <a:gd name="T67" fmla="*/ 94 h 294"/>
                <a:gd name="T68" fmla="*/ 519 w 1178"/>
                <a:gd name="T69" fmla="*/ 54 h 294"/>
                <a:gd name="T70" fmla="*/ 342 w 1178"/>
                <a:gd name="T71" fmla="*/ 214 h 294"/>
                <a:gd name="T72" fmla="*/ 280 w 1178"/>
                <a:gd name="T73" fmla="*/ 293 h 294"/>
                <a:gd name="T74" fmla="*/ 277 w 1178"/>
                <a:gd name="T75" fmla="*/ 292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78" h="294">
                  <a:moveTo>
                    <a:pt x="1178" y="294"/>
                  </a:moveTo>
                  <a:cubicBezTo>
                    <a:pt x="1125" y="294"/>
                    <a:pt x="1125" y="294"/>
                    <a:pt x="1125" y="294"/>
                  </a:cubicBezTo>
                  <a:cubicBezTo>
                    <a:pt x="1124" y="293"/>
                    <a:pt x="1124" y="293"/>
                    <a:pt x="1124" y="293"/>
                  </a:cubicBezTo>
                  <a:cubicBezTo>
                    <a:pt x="1124" y="293"/>
                    <a:pt x="1082" y="242"/>
                    <a:pt x="1072" y="231"/>
                  </a:cubicBezTo>
                  <a:cubicBezTo>
                    <a:pt x="1068" y="226"/>
                    <a:pt x="1068" y="226"/>
                    <a:pt x="1068" y="226"/>
                  </a:cubicBezTo>
                  <a:cubicBezTo>
                    <a:pt x="1034" y="186"/>
                    <a:pt x="1000" y="145"/>
                    <a:pt x="959" y="111"/>
                  </a:cubicBezTo>
                  <a:cubicBezTo>
                    <a:pt x="918" y="76"/>
                    <a:pt x="877" y="43"/>
                    <a:pt x="833" y="28"/>
                  </a:cubicBezTo>
                  <a:cubicBezTo>
                    <a:pt x="769" y="6"/>
                    <a:pt x="728" y="14"/>
                    <a:pt x="710" y="53"/>
                  </a:cubicBezTo>
                  <a:cubicBezTo>
                    <a:pt x="705" y="63"/>
                    <a:pt x="683" y="64"/>
                    <a:pt x="678" y="64"/>
                  </a:cubicBezTo>
                  <a:cubicBezTo>
                    <a:pt x="674" y="64"/>
                    <a:pt x="652" y="63"/>
                    <a:pt x="647" y="53"/>
                  </a:cubicBezTo>
                  <a:cubicBezTo>
                    <a:pt x="629" y="14"/>
                    <a:pt x="587" y="6"/>
                    <a:pt x="524" y="28"/>
                  </a:cubicBezTo>
                  <a:cubicBezTo>
                    <a:pt x="479" y="43"/>
                    <a:pt x="439" y="76"/>
                    <a:pt x="397" y="111"/>
                  </a:cubicBezTo>
                  <a:cubicBezTo>
                    <a:pt x="357" y="145"/>
                    <a:pt x="322" y="186"/>
                    <a:pt x="289" y="226"/>
                  </a:cubicBezTo>
                  <a:cubicBezTo>
                    <a:pt x="284" y="231"/>
                    <a:pt x="284" y="231"/>
                    <a:pt x="284" y="231"/>
                  </a:cubicBezTo>
                  <a:cubicBezTo>
                    <a:pt x="275" y="242"/>
                    <a:pt x="233" y="293"/>
                    <a:pt x="232" y="293"/>
                  </a:cubicBezTo>
                  <a:cubicBezTo>
                    <a:pt x="232" y="294"/>
                    <a:pt x="232" y="294"/>
                    <a:pt x="232" y="294"/>
                  </a:cubicBezTo>
                  <a:cubicBezTo>
                    <a:pt x="0" y="294"/>
                    <a:pt x="0" y="294"/>
                    <a:pt x="0" y="294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229" y="289"/>
                    <a:pt x="229" y="289"/>
                    <a:pt x="229" y="289"/>
                  </a:cubicBezTo>
                  <a:cubicBezTo>
                    <a:pt x="235" y="282"/>
                    <a:pt x="271" y="238"/>
                    <a:pt x="280" y="227"/>
                  </a:cubicBezTo>
                  <a:cubicBezTo>
                    <a:pt x="285" y="222"/>
                    <a:pt x="285" y="222"/>
                    <a:pt x="285" y="222"/>
                  </a:cubicBezTo>
                  <a:cubicBezTo>
                    <a:pt x="318" y="183"/>
                    <a:pt x="353" y="141"/>
                    <a:pt x="394" y="107"/>
                  </a:cubicBezTo>
                  <a:cubicBezTo>
                    <a:pt x="436" y="72"/>
                    <a:pt x="477" y="39"/>
                    <a:pt x="522" y="23"/>
                  </a:cubicBezTo>
                  <a:cubicBezTo>
                    <a:pt x="589" y="0"/>
                    <a:pt x="632" y="9"/>
                    <a:pt x="652" y="51"/>
                  </a:cubicBezTo>
                  <a:cubicBezTo>
                    <a:pt x="654" y="56"/>
                    <a:pt x="667" y="58"/>
                    <a:pt x="678" y="58"/>
                  </a:cubicBezTo>
                  <a:cubicBezTo>
                    <a:pt x="690" y="58"/>
                    <a:pt x="703" y="56"/>
                    <a:pt x="705" y="51"/>
                  </a:cubicBezTo>
                  <a:cubicBezTo>
                    <a:pt x="724" y="9"/>
                    <a:pt x="768" y="0"/>
                    <a:pt x="834" y="23"/>
                  </a:cubicBezTo>
                  <a:cubicBezTo>
                    <a:pt x="880" y="39"/>
                    <a:pt x="921" y="72"/>
                    <a:pt x="963" y="107"/>
                  </a:cubicBezTo>
                  <a:cubicBezTo>
                    <a:pt x="1003" y="141"/>
                    <a:pt x="1038" y="183"/>
                    <a:pt x="1072" y="222"/>
                  </a:cubicBezTo>
                  <a:cubicBezTo>
                    <a:pt x="1076" y="227"/>
                    <a:pt x="1076" y="227"/>
                    <a:pt x="1076" y="227"/>
                  </a:cubicBezTo>
                  <a:cubicBezTo>
                    <a:pt x="1085" y="238"/>
                    <a:pt x="1122" y="282"/>
                    <a:pt x="1128" y="289"/>
                  </a:cubicBezTo>
                  <a:cubicBezTo>
                    <a:pt x="1178" y="289"/>
                    <a:pt x="1178" y="289"/>
                    <a:pt x="1178" y="289"/>
                  </a:cubicBezTo>
                  <a:lnTo>
                    <a:pt x="1178" y="294"/>
                  </a:lnTo>
                  <a:close/>
                  <a:moveTo>
                    <a:pt x="1079" y="294"/>
                  </a:moveTo>
                  <a:cubicBezTo>
                    <a:pt x="1079" y="292"/>
                    <a:pt x="1079" y="292"/>
                    <a:pt x="1079" y="292"/>
                  </a:cubicBezTo>
                  <a:cubicBezTo>
                    <a:pt x="1077" y="293"/>
                    <a:pt x="1077" y="293"/>
                    <a:pt x="1077" y="293"/>
                  </a:cubicBezTo>
                  <a:cubicBezTo>
                    <a:pt x="1076" y="290"/>
                    <a:pt x="1055" y="263"/>
                    <a:pt x="1053" y="260"/>
                  </a:cubicBezTo>
                  <a:cubicBezTo>
                    <a:pt x="1039" y="243"/>
                    <a:pt x="1026" y="228"/>
                    <a:pt x="1014" y="214"/>
                  </a:cubicBezTo>
                  <a:cubicBezTo>
                    <a:pt x="1008" y="208"/>
                    <a:pt x="1002" y="201"/>
                    <a:pt x="996" y="194"/>
                  </a:cubicBezTo>
                  <a:cubicBezTo>
                    <a:pt x="950" y="140"/>
                    <a:pt x="902" y="84"/>
                    <a:pt x="838" y="54"/>
                  </a:cubicBezTo>
                  <a:cubicBezTo>
                    <a:pt x="814" y="44"/>
                    <a:pt x="786" y="33"/>
                    <a:pt x="761" y="40"/>
                  </a:cubicBezTo>
                  <a:cubicBezTo>
                    <a:pt x="736" y="46"/>
                    <a:pt x="723" y="73"/>
                    <a:pt x="715" y="94"/>
                  </a:cubicBezTo>
                  <a:cubicBezTo>
                    <a:pt x="695" y="156"/>
                    <a:pt x="693" y="218"/>
                    <a:pt x="690" y="283"/>
                  </a:cubicBezTo>
                  <a:cubicBezTo>
                    <a:pt x="690" y="292"/>
                    <a:pt x="690" y="292"/>
                    <a:pt x="690" y="292"/>
                  </a:cubicBezTo>
                  <a:cubicBezTo>
                    <a:pt x="685" y="291"/>
                    <a:pt x="685" y="291"/>
                    <a:pt x="685" y="291"/>
                  </a:cubicBezTo>
                  <a:cubicBezTo>
                    <a:pt x="685" y="283"/>
                    <a:pt x="685" y="283"/>
                    <a:pt x="685" y="283"/>
                  </a:cubicBezTo>
                  <a:cubicBezTo>
                    <a:pt x="687" y="217"/>
                    <a:pt x="689" y="155"/>
                    <a:pt x="710" y="92"/>
                  </a:cubicBezTo>
                  <a:cubicBezTo>
                    <a:pt x="718" y="70"/>
                    <a:pt x="733" y="42"/>
                    <a:pt x="760" y="34"/>
                  </a:cubicBezTo>
                  <a:cubicBezTo>
                    <a:pt x="787" y="28"/>
                    <a:pt x="815" y="38"/>
                    <a:pt x="840" y="50"/>
                  </a:cubicBezTo>
                  <a:cubicBezTo>
                    <a:pt x="905" y="80"/>
                    <a:pt x="954" y="136"/>
                    <a:pt x="1000" y="190"/>
                  </a:cubicBezTo>
                  <a:cubicBezTo>
                    <a:pt x="1006" y="197"/>
                    <a:pt x="1012" y="204"/>
                    <a:pt x="1018" y="211"/>
                  </a:cubicBezTo>
                  <a:cubicBezTo>
                    <a:pt x="1030" y="225"/>
                    <a:pt x="1043" y="240"/>
                    <a:pt x="1057" y="257"/>
                  </a:cubicBezTo>
                  <a:cubicBezTo>
                    <a:pt x="1069" y="272"/>
                    <a:pt x="1083" y="290"/>
                    <a:pt x="1082" y="293"/>
                  </a:cubicBezTo>
                  <a:cubicBezTo>
                    <a:pt x="1081" y="294"/>
                    <a:pt x="1081" y="294"/>
                    <a:pt x="1081" y="294"/>
                  </a:cubicBezTo>
                  <a:lnTo>
                    <a:pt x="1079" y="294"/>
                  </a:lnTo>
                  <a:close/>
                  <a:moveTo>
                    <a:pt x="277" y="294"/>
                  </a:moveTo>
                  <a:cubicBezTo>
                    <a:pt x="275" y="293"/>
                    <a:pt x="275" y="293"/>
                    <a:pt x="275" y="293"/>
                  </a:cubicBezTo>
                  <a:cubicBezTo>
                    <a:pt x="274" y="290"/>
                    <a:pt x="292" y="267"/>
                    <a:pt x="300" y="257"/>
                  </a:cubicBezTo>
                  <a:cubicBezTo>
                    <a:pt x="314" y="240"/>
                    <a:pt x="326" y="225"/>
                    <a:pt x="338" y="211"/>
                  </a:cubicBezTo>
                  <a:cubicBezTo>
                    <a:pt x="344" y="204"/>
                    <a:pt x="350" y="197"/>
                    <a:pt x="356" y="190"/>
                  </a:cubicBezTo>
                  <a:cubicBezTo>
                    <a:pt x="403" y="136"/>
                    <a:pt x="451" y="80"/>
                    <a:pt x="517" y="50"/>
                  </a:cubicBezTo>
                  <a:cubicBezTo>
                    <a:pt x="541" y="38"/>
                    <a:pt x="570" y="28"/>
                    <a:pt x="597" y="34"/>
                  </a:cubicBezTo>
                  <a:cubicBezTo>
                    <a:pt x="624" y="42"/>
                    <a:pt x="639" y="70"/>
                    <a:pt x="646" y="92"/>
                  </a:cubicBezTo>
                  <a:cubicBezTo>
                    <a:pt x="667" y="155"/>
                    <a:pt x="669" y="217"/>
                    <a:pt x="672" y="283"/>
                  </a:cubicBezTo>
                  <a:cubicBezTo>
                    <a:pt x="672" y="291"/>
                    <a:pt x="672" y="291"/>
                    <a:pt x="672" y="291"/>
                  </a:cubicBezTo>
                  <a:cubicBezTo>
                    <a:pt x="666" y="292"/>
                    <a:pt x="666" y="292"/>
                    <a:pt x="666" y="292"/>
                  </a:cubicBezTo>
                  <a:cubicBezTo>
                    <a:pt x="666" y="283"/>
                    <a:pt x="666" y="283"/>
                    <a:pt x="666" y="283"/>
                  </a:cubicBezTo>
                  <a:cubicBezTo>
                    <a:pt x="664" y="218"/>
                    <a:pt x="662" y="156"/>
                    <a:pt x="641" y="94"/>
                  </a:cubicBezTo>
                  <a:cubicBezTo>
                    <a:pt x="634" y="73"/>
                    <a:pt x="620" y="46"/>
                    <a:pt x="595" y="40"/>
                  </a:cubicBezTo>
                  <a:cubicBezTo>
                    <a:pt x="570" y="33"/>
                    <a:pt x="543" y="44"/>
                    <a:pt x="519" y="54"/>
                  </a:cubicBezTo>
                  <a:cubicBezTo>
                    <a:pt x="455" y="84"/>
                    <a:pt x="407" y="140"/>
                    <a:pt x="360" y="194"/>
                  </a:cubicBezTo>
                  <a:cubicBezTo>
                    <a:pt x="354" y="201"/>
                    <a:pt x="348" y="208"/>
                    <a:pt x="342" y="214"/>
                  </a:cubicBezTo>
                  <a:cubicBezTo>
                    <a:pt x="330" y="228"/>
                    <a:pt x="318" y="243"/>
                    <a:pt x="304" y="260"/>
                  </a:cubicBezTo>
                  <a:cubicBezTo>
                    <a:pt x="302" y="263"/>
                    <a:pt x="281" y="290"/>
                    <a:pt x="280" y="293"/>
                  </a:cubicBezTo>
                  <a:cubicBezTo>
                    <a:pt x="278" y="291"/>
                    <a:pt x="278" y="291"/>
                    <a:pt x="278" y="291"/>
                  </a:cubicBezTo>
                  <a:cubicBezTo>
                    <a:pt x="277" y="292"/>
                    <a:pt x="277" y="292"/>
                    <a:pt x="277" y="292"/>
                  </a:cubicBezTo>
                  <a:lnTo>
                    <a:pt x="277" y="294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632EAE99-8B0C-4B27-A756-70325DB91F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4" y="1893"/>
              <a:ext cx="1027" cy="228"/>
            </a:xfrm>
            <a:custGeom>
              <a:avLst/>
              <a:gdLst>
                <a:gd name="T0" fmla="*/ 1027 w 1027"/>
                <a:gd name="T1" fmla="*/ 228 h 228"/>
                <a:gd name="T2" fmla="*/ 879 w 1027"/>
                <a:gd name="T3" fmla="*/ 228 h 228"/>
                <a:gd name="T4" fmla="*/ 879 w 1027"/>
                <a:gd name="T5" fmla="*/ 11 h 228"/>
                <a:gd name="T6" fmla="*/ 67 w 1027"/>
                <a:gd name="T7" fmla="*/ 11 h 228"/>
                <a:gd name="T8" fmla="*/ 67 w 1027"/>
                <a:gd name="T9" fmla="*/ 228 h 228"/>
                <a:gd name="T10" fmla="*/ 0 w 1027"/>
                <a:gd name="T11" fmla="*/ 228 h 228"/>
                <a:gd name="T12" fmla="*/ 0 w 1027"/>
                <a:gd name="T13" fmla="*/ 219 h 228"/>
                <a:gd name="T14" fmla="*/ 57 w 1027"/>
                <a:gd name="T15" fmla="*/ 219 h 228"/>
                <a:gd name="T16" fmla="*/ 57 w 1027"/>
                <a:gd name="T17" fmla="*/ 0 h 228"/>
                <a:gd name="T18" fmla="*/ 887 w 1027"/>
                <a:gd name="T19" fmla="*/ 0 h 228"/>
                <a:gd name="T20" fmla="*/ 887 w 1027"/>
                <a:gd name="T21" fmla="*/ 219 h 228"/>
                <a:gd name="T22" fmla="*/ 1027 w 1027"/>
                <a:gd name="T23" fmla="*/ 219 h 228"/>
                <a:gd name="T24" fmla="*/ 1027 w 1027"/>
                <a:gd name="T25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7" h="228">
                  <a:moveTo>
                    <a:pt x="1027" y="228"/>
                  </a:moveTo>
                  <a:lnTo>
                    <a:pt x="879" y="228"/>
                  </a:lnTo>
                  <a:lnTo>
                    <a:pt x="879" y="11"/>
                  </a:lnTo>
                  <a:lnTo>
                    <a:pt x="67" y="11"/>
                  </a:lnTo>
                  <a:lnTo>
                    <a:pt x="67" y="228"/>
                  </a:lnTo>
                  <a:lnTo>
                    <a:pt x="0" y="228"/>
                  </a:lnTo>
                  <a:lnTo>
                    <a:pt x="0" y="219"/>
                  </a:lnTo>
                  <a:lnTo>
                    <a:pt x="57" y="219"/>
                  </a:lnTo>
                  <a:lnTo>
                    <a:pt x="57" y="0"/>
                  </a:lnTo>
                  <a:lnTo>
                    <a:pt x="887" y="0"/>
                  </a:lnTo>
                  <a:lnTo>
                    <a:pt x="887" y="219"/>
                  </a:lnTo>
                  <a:lnTo>
                    <a:pt x="1027" y="219"/>
                  </a:lnTo>
                  <a:lnTo>
                    <a:pt x="1027" y="228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D774B828-5E1C-4B26-AA1C-8D1C7AB21C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9" y="1948"/>
              <a:ext cx="183" cy="169"/>
            </a:xfrm>
            <a:custGeom>
              <a:avLst/>
              <a:gdLst>
                <a:gd name="T0" fmla="*/ 5 w 107"/>
                <a:gd name="T1" fmla="*/ 98 h 98"/>
                <a:gd name="T2" fmla="*/ 0 w 107"/>
                <a:gd name="T3" fmla="*/ 98 h 98"/>
                <a:gd name="T4" fmla="*/ 0 w 107"/>
                <a:gd name="T5" fmla="*/ 13 h 98"/>
                <a:gd name="T6" fmla="*/ 6 w 107"/>
                <a:gd name="T7" fmla="*/ 7 h 98"/>
                <a:gd name="T8" fmla="*/ 11 w 107"/>
                <a:gd name="T9" fmla="*/ 6 h 98"/>
                <a:gd name="T10" fmla="*/ 19 w 107"/>
                <a:gd name="T11" fmla="*/ 4 h 98"/>
                <a:gd name="T12" fmla="*/ 28 w 107"/>
                <a:gd name="T13" fmla="*/ 0 h 98"/>
                <a:gd name="T14" fmla="*/ 29 w 107"/>
                <a:gd name="T15" fmla="*/ 0 h 98"/>
                <a:gd name="T16" fmla="*/ 59 w 107"/>
                <a:gd name="T17" fmla="*/ 0 h 98"/>
                <a:gd name="T18" fmla="*/ 78 w 107"/>
                <a:gd name="T19" fmla="*/ 0 h 98"/>
                <a:gd name="T20" fmla="*/ 86 w 107"/>
                <a:gd name="T21" fmla="*/ 4 h 98"/>
                <a:gd name="T22" fmla="*/ 91 w 107"/>
                <a:gd name="T23" fmla="*/ 5 h 98"/>
                <a:gd name="T24" fmla="*/ 94 w 107"/>
                <a:gd name="T25" fmla="*/ 5 h 98"/>
                <a:gd name="T26" fmla="*/ 94 w 107"/>
                <a:gd name="T27" fmla="*/ 6 h 98"/>
                <a:gd name="T28" fmla="*/ 107 w 107"/>
                <a:gd name="T29" fmla="*/ 20 h 98"/>
                <a:gd name="T30" fmla="*/ 107 w 107"/>
                <a:gd name="T31" fmla="*/ 74 h 98"/>
                <a:gd name="T32" fmla="*/ 107 w 107"/>
                <a:gd name="T33" fmla="*/ 97 h 98"/>
                <a:gd name="T34" fmla="*/ 102 w 107"/>
                <a:gd name="T35" fmla="*/ 97 h 98"/>
                <a:gd name="T36" fmla="*/ 101 w 107"/>
                <a:gd name="T37" fmla="*/ 74 h 98"/>
                <a:gd name="T38" fmla="*/ 101 w 107"/>
                <a:gd name="T39" fmla="*/ 20 h 98"/>
                <a:gd name="T40" fmla="*/ 94 w 107"/>
                <a:gd name="T41" fmla="*/ 11 h 98"/>
                <a:gd name="T42" fmla="*/ 93 w 107"/>
                <a:gd name="T43" fmla="*/ 11 h 98"/>
                <a:gd name="T44" fmla="*/ 91 w 107"/>
                <a:gd name="T45" fmla="*/ 11 h 98"/>
                <a:gd name="T46" fmla="*/ 82 w 107"/>
                <a:gd name="T47" fmla="*/ 7 h 98"/>
                <a:gd name="T48" fmla="*/ 78 w 107"/>
                <a:gd name="T49" fmla="*/ 6 h 98"/>
                <a:gd name="T50" fmla="*/ 59 w 107"/>
                <a:gd name="T51" fmla="*/ 6 h 98"/>
                <a:gd name="T52" fmla="*/ 29 w 107"/>
                <a:gd name="T53" fmla="*/ 6 h 98"/>
                <a:gd name="T54" fmla="*/ 27 w 107"/>
                <a:gd name="T55" fmla="*/ 6 h 98"/>
                <a:gd name="T56" fmla="*/ 24 w 107"/>
                <a:gd name="T57" fmla="*/ 7 h 98"/>
                <a:gd name="T58" fmla="*/ 20 w 107"/>
                <a:gd name="T59" fmla="*/ 10 h 98"/>
                <a:gd name="T60" fmla="*/ 13 w 107"/>
                <a:gd name="T61" fmla="*/ 11 h 98"/>
                <a:gd name="T62" fmla="*/ 6 w 107"/>
                <a:gd name="T63" fmla="*/ 12 h 98"/>
                <a:gd name="T64" fmla="*/ 5 w 107"/>
                <a:gd name="T65" fmla="*/ 12 h 98"/>
                <a:gd name="T66" fmla="*/ 5 w 107"/>
                <a:gd name="T67" fmla="*/ 13 h 98"/>
                <a:gd name="T68" fmla="*/ 5 w 107"/>
                <a:gd name="T69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7" h="98">
                  <a:moveTo>
                    <a:pt x="5" y="98"/>
                  </a:moveTo>
                  <a:cubicBezTo>
                    <a:pt x="0" y="98"/>
                    <a:pt x="0" y="98"/>
                    <a:pt x="0" y="98"/>
                  </a:cubicBezTo>
                  <a:cubicBezTo>
                    <a:pt x="0" y="65"/>
                    <a:pt x="0" y="46"/>
                    <a:pt x="0" y="13"/>
                  </a:cubicBezTo>
                  <a:cubicBezTo>
                    <a:pt x="0" y="11"/>
                    <a:pt x="1" y="7"/>
                    <a:pt x="6" y="7"/>
                  </a:cubicBezTo>
                  <a:cubicBezTo>
                    <a:pt x="8" y="6"/>
                    <a:pt x="10" y="6"/>
                    <a:pt x="11" y="6"/>
                  </a:cubicBezTo>
                  <a:cubicBezTo>
                    <a:pt x="14" y="5"/>
                    <a:pt x="16" y="4"/>
                    <a:pt x="19" y="4"/>
                  </a:cubicBezTo>
                  <a:cubicBezTo>
                    <a:pt x="21" y="0"/>
                    <a:pt x="25" y="0"/>
                    <a:pt x="28" y="0"/>
                  </a:cubicBezTo>
                  <a:cubicBezTo>
                    <a:pt x="28" y="0"/>
                    <a:pt x="29" y="0"/>
                    <a:pt x="29" y="0"/>
                  </a:cubicBezTo>
                  <a:cubicBezTo>
                    <a:pt x="39" y="0"/>
                    <a:pt x="49" y="0"/>
                    <a:pt x="59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1" y="0"/>
                    <a:pt x="84" y="1"/>
                    <a:pt x="86" y="4"/>
                  </a:cubicBezTo>
                  <a:cubicBezTo>
                    <a:pt x="87" y="5"/>
                    <a:pt x="89" y="5"/>
                    <a:pt x="91" y="5"/>
                  </a:cubicBezTo>
                  <a:cubicBezTo>
                    <a:pt x="92" y="5"/>
                    <a:pt x="93" y="5"/>
                    <a:pt x="94" y="5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106" y="7"/>
                    <a:pt x="107" y="8"/>
                    <a:pt x="107" y="20"/>
                  </a:cubicBezTo>
                  <a:cubicBezTo>
                    <a:pt x="107" y="74"/>
                    <a:pt x="107" y="74"/>
                    <a:pt x="107" y="74"/>
                  </a:cubicBezTo>
                  <a:cubicBezTo>
                    <a:pt x="107" y="81"/>
                    <a:pt x="107" y="86"/>
                    <a:pt x="107" y="97"/>
                  </a:cubicBezTo>
                  <a:cubicBezTo>
                    <a:pt x="102" y="97"/>
                    <a:pt x="102" y="97"/>
                    <a:pt x="102" y="97"/>
                  </a:cubicBezTo>
                  <a:cubicBezTo>
                    <a:pt x="101" y="86"/>
                    <a:pt x="101" y="81"/>
                    <a:pt x="101" y="74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2"/>
                    <a:pt x="101" y="12"/>
                    <a:pt x="94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2" y="11"/>
                    <a:pt x="92" y="11"/>
                    <a:pt x="91" y="11"/>
                  </a:cubicBezTo>
                  <a:cubicBezTo>
                    <a:pt x="88" y="10"/>
                    <a:pt x="84" y="10"/>
                    <a:pt x="82" y="7"/>
                  </a:cubicBezTo>
                  <a:cubicBezTo>
                    <a:pt x="81" y="6"/>
                    <a:pt x="80" y="6"/>
                    <a:pt x="78" y="6"/>
                  </a:cubicBezTo>
                  <a:cubicBezTo>
                    <a:pt x="59" y="6"/>
                    <a:pt x="59" y="6"/>
                    <a:pt x="59" y="6"/>
                  </a:cubicBezTo>
                  <a:cubicBezTo>
                    <a:pt x="49" y="6"/>
                    <a:pt x="39" y="6"/>
                    <a:pt x="29" y="6"/>
                  </a:cubicBezTo>
                  <a:cubicBezTo>
                    <a:pt x="28" y="6"/>
                    <a:pt x="28" y="6"/>
                    <a:pt x="27" y="6"/>
                  </a:cubicBezTo>
                  <a:cubicBezTo>
                    <a:pt x="24" y="5"/>
                    <a:pt x="24" y="5"/>
                    <a:pt x="24" y="7"/>
                  </a:cubicBezTo>
                  <a:cubicBezTo>
                    <a:pt x="24" y="8"/>
                    <a:pt x="23" y="10"/>
                    <a:pt x="20" y="10"/>
                  </a:cubicBezTo>
                  <a:cubicBezTo>
                    <a:pt x="17" y="10"/>
                    <a:pt x="15" y="10"/>
                    <a:pt x="13" y="11"/>
                  </a:cubicBezTo>
                  <a:cubicBezTo>
                    <a:pt x="11" y="11"/>
                    <a:pt x="9" y="12"/>
                    <a:pt x="6" y="12"/>
                  </a:cubicBezTo>
                  <a:cubicBezTo>
                    <a:pt x="6" y="12"/>
                    <a:pt x="5" y="12"/>
                    <a:pt x="5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5" y="46"/>
                    <a:pt x="5" y="65"/>
                    <a:pt x="5" y="98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46AF0BF6-8DEB-4F6A-9ADA-C0CB9C8D50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47" y="1656"/>
              <a:ext cx="1226" cy="229"/>
            </a:xfrm>
            <a:custGeom>
              <a:avLst/>
              <a:gdLst>
                <a:gd name="T0" fmla="*/ 67 w 716"/>
                <a:gd name="T1" fmla="*/ 112 h 133"/>
                <a:gd name="T2" fmla="*/ 49 w 716"/>
                <a:gd name="T3" fmla="*/ 101 h 133"/>
                <a:gd name="T4" fmla="*/ 30 w 716"/>
                <a:gd name="T5" fmla="*/ 86 h 133"/>
                <a:gd name="T6" fmla="*/ 11 w 716"/>
                <a:gd name="T7" fmla="*/ 53 h 133"/>
                <a:gd name="T8" fmla="*/ 25 w 716"/>
                <a:gd name="T9" fmla="*/ 52 h 133"/>
                <a:gd name="T10" fmla="*/ 36 w 716"/>
                <a:gd name="T11" fmla="*/ 52 h 133"/>
                <a:gd name="T12" fmla="*/ 45 w 716"/>
                <a:gd name="T13" fmla="*/ 52 h 133"/>
                <a:gd name="T14" fmla="*/ 55 w 716"/>
                <a:gd name="T15" fmla="*/ 54 h 133"/>
                <a:gd name="T16" fmla="*/ 72 w 716"/>
                <a:gd name="T17" fmla="*/ 60 h 133"/>
                <a:gd name="T18" fmla="*/ 73 w 716"/>
                <a:gd name="T19" fmla="*/ 56 h 133"/>
                <a:gd name="T20" fmla="*/ 93 w 716"/>
                <a:gd name="T21" fmla="*/ 56 h 133"/>
                <a:gd name="T22" fmla="*/ 127 w 716"/>
                <a:gd name="T23" fmla="*/ 62 h 133"/>
                <a:gd name="T24" fmla="*/ 150 w 716"/>
                <a:gd name="T25" fmla="*/ 62 h 133"/>
                <a:gd name="T26" fmla="*/ 173 w 716"/>
                <a:gd name="T27" fmla="*/ 48 h 133"/>
                <a:gd name="T28" fmla="*/ 178 w 716"/>
                <a:gd name="T29" fmla="*/ 19 h 133"/>
                <a:gd name="T30" fmla="*/ 190 w 716"/>
                <a:gd name="T31" fmla="*/ 11 h 133"/>
                <a:gd name="T32" fmla="*/ 207 w 716"/>
                <a:gd name="T33" fmla="*/ 2 h 133"/>
                <a:gd name="T34" fmla="*/ 211 w 716"/>
                <a:gd name="T35" fmla="*/ 23 h 133"/>
                <a:gd name="T36" fmla="*/ 496 w 716"/>
                <a:gd name="T37" fmla="*/ 27 h 133"/>
                <a:gd name="T38" fmla="*/ 516 w 716"/>
                <a:gd name="T39" fmla="*/ 8 h 133"/>
                <a:gd name="T40" fmla="*/ 530 w 716"/>
                <a:gd name="T41" fmla="*/ 10 h 133"/>
                <a:gd name="T42" fmla="*/ 536 w 716"/>
                <a:gd name="T43" fmla="*/ 28 h 133"/>
                <a:gd name="T44" fmla="*/ 561 w 716"/>
                <a:gd name="T45" fmla="*/ 62 h 133"/>
                <a:gd name="T46" fmla="*/ 612 w 716"/>
                <a:gd name="T47" fmla="*/ 56 h 133"/>
                <a:gd name="T48" fmla="*/ 622 w 716"/>
                <a:gd name="T49" fmla="*/ 64 h 133"/>
                <a:gd name="T50" fmla="*/ 635 w 716"/>
                <a:gd name="T51" fmla="*/ 59 h 133"/>
                <a:gd name="T52" fmla="*/ 649 w 716"/>
                <a:gd name="T53" fmla="*/ 63 h 133"/>
                <a:gd name="T54" fmla="*/ 662 w 716"/>
                <a:gd name="T55" fmla="*/ 61 h 133"/>
                <a:gd name="T56" fmla="*/ 678 w 716"/>
                <a:gd name="T57" fmla="*/ 56 h 133"/>
                <a:gd name="T58" fmla="*/ 691 w 716"/>
                <a:gd name="T59" fmla="*/ 54 h 133"/>
                <a:gd name="T60" fmla="*/ 702 w 716"/>
                <a:gd name="T61" fmla="*/ 52 h 133"/>
                <a:gd name="T62" fmla="*/ 714 w 716"/>
                <a:gd name="T63" fmla="*/ 60 h 133"/>
                <a:gd name="T64" fmla="*/ 684 w 716"/>
                <a:gd name="T65" fmla="*/ 90 h 133"/>
                <a:gd name="T66" fmla="*/ 653 w 716"/>
                <a:gd name="T67" fmla="*/ 108 h 133"/>
                <a:gd name="T68" fmla="*/ 601 w 716"/>
                <a:gd name="T69" fmla="*/ 133 h 133"/>
                <a:gd name="T70" fmla="*/ 599 w 716"/>
                <a:gd name="T71" fmla="*/ 128 h 133"/>
                <a:gd name="T72" fmla="*/ 652 w 716"/>
                <a:gd name="T73" fmla="*/ 103 h 133"/>
                <a:gd name="T74" fmla="*/ 691 w 716"/>
                <a:gd name="T75" fmla="*/ 78 h 133"/>
                <a:gd name="T76" fmla="*/ 701 w 716"/>
                <a:gd name="T77" fmla="*/ 58 h 133"/>
                <a:gd name="T78" fmla="*/ 683 w 716"/>
                <a:gd name="T79" fmla="*/ 57 h 133"/>
                <a:gd name="T80" fmla="*/ 657 w 716"/>
                <a:gd name="T81" fmla="*/ 64 h 133"/>
                <a:gd name="T82" fmla="*/ 637 w 716"/>
                <a:gd name="T83" fmla="*/ 70 h 133"/>
                <a:gd name="T84" fmla="*/ 616 w 716"/>
                <a:gd name="T85" fmla="*/ 63 h 133"/>
                <a:gd name="T86" fmla="*/ 606 w 716"/>
                <a:gd name="T87" fmla="*/ 66 h 133"/>
                <a:gd name="T88" fmla="*/ 562 w 716"/>
                <a:gd name="T89" fmla="*/ 67 h 133"/>
                <a:gd name="T90" fmla="*/ 530 w 716"/>
                <a:gd name="T91" fmla="*/ 26 h 133"/>
                <a:gd name="T92" fmla="*/ 518 w 716"/>
                <a:gd name="T93" fmla="*/ 15 h 133"/>
                <a:gd name="T94" fmla="*/ 508 w 716"/>
                <a:gd name="T95" fmla="*/ 21 h 133"/>
                <a:gd name="T96" fmla="*/ 220 w 716"/>
                <a:gd name="T97" fmla="*/ 32 h 133"/>
                <a:gd name="T98" fmla="*/ 206 w 716"/>
                <a:gd name="T99" fmla="*/ 15 h 133"/>
                <a:gd name="T100" fmla="*/ 193 w 716"/>
                <a:gd name="T101" fmla="*/ 16 h 133"/>
                <a:gd name="T102" fmla="*/ 182 w 716"/>
                <a:gd name="T103" fmla="*/ 30 h 133"/>
                <a:gd name="T104" fmla="*/ 152 w 716"/>
                <a:gd name="T105" fmla="*/ 67 h 133"/>
                <a:gd name="T106" fmla="*/ 108 w 716"/>
                <a:gd name="T107" fmla="*/ 66 h 133"/>
                <a:gd name="T108" fmla="*/ 96 w 716"/>
                <a:gd name="T109" fmla="*/ 60 h 133"/>
                <a:gd name="T110" fmla="*/ 80 w 716"/>
                <a:gd name="T111" fmla="*/ 68 h 133"/>
                <a:gd name="T112" fmla="*/ 56 w 716"/>
                <a:gd name="T113" fmla="*/ 64 h 133"/>
                <a:gd name="T114" fmla="*/ 33 w 716"/>
                <a:gd name="T115" fmla="*/ 57 h 133"/>
                <a:gd name="T116" fmla="*/ 19 w 716"/>
                <a:gd name="T117" fmla="*/ 54 h 133"/>
                <a:gd name="T118" fmla="*/ 6 w 716"/>
                <a:gd name="T119" fmla="*/ 67 h 133"/>
                <a:gd name="T120" fmla="*/ 37 w 716"/>
                <a:gd name="T121" fmla="*/ 86 h 133"/>
                <a:gd name="T122" fmla="*/ 56 w 716"/>
                <a:gd name="T123" fmla="*/ 9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16" h="133">
                  <a:moveTo>
                    <a:pt x="113" y="133"/>
                  </a:moveTo>
                  <a:cubicBezTo>
                    <a:pt x="112" y="133"/>
                    <a:pt x="112" y="133"/>
                    <a:pt x="112" y="133"/>
                  </a:cubicBezTo>
                  <a:cubicBezTo>
                    <a:pt x="103" y="130"/>
                    <a:pt x="94" y="126"/>
                    <a:pt x="85" y="122"/>
                  </a:cubicBezTo>
                  <a:cubicBezTo>
                    <a:pt x="83" y="121"/>
                    <a:pt x="81" y="120"/>
                    <a:pt x="80" y="119"/>
                  </a:cubicBezTo>
                  <a:cubicBezTo>
                    <a:pt x="76" y="117"/>
                    <a:pt x="73" y="115"/>
                    <a:pt x="69" y="114"/>
                  </a:cubicBezTo>
                  <a:cubicBezTo>
                    <a:pt x="67" y="114"/>
                    <a:pt x="67" y="114"/>
                    <a:pt x="67" y="114"/>
                  </a:cubicBezTo>
                  <a:cubicBezTo>
                    <a:pt x="67" y="112"/>
                    <a:pt x="67" y="112"/>
                    <a:pt x="67" y="112"/>
                  </a:cubicBezTo>
                  <a:cubicBezTo>
                    <a:pt x="67" y="112"/>
                    <a:pt x="67" y="112"/>
                    <a:pt x="65" y="111"/>
                  </a:cubicBezTo>
                  <a:cubicBezTo>
                    <a:pt x="64" y="111"/>
                    <a:pt x="62" y="110"/>
                    <a:pt x="60" y="108"/>
                  </a:cubicBezTo>
                  <a:cubicBezTo>
                    <a:pt x="60" y="108"/>
                    <a:pt x="60" y="108"/>
                    <a:pt x="60" y="108"/>
                  </a:cubicBezTo>
                  <a:cubicBezTo>
                    <a:pt x="57" y="108"/>
                    <a:pt x="55" y="107"/>
                    <a:pt x="55" y="104"/>
                  </a:cubicBezTo>
                  <a:cubicBezTo>
                    <a:pt x="54" y="104"/>
                    <a:pt x="54" y="104"/>
                    <a:pt x="54" y="104"/>
                  </a:cubicBezTo>
                  <a:cubicBezTo>
                    <a:pt x="52" y="103"/>
                    <a:pt x="52" y="103"/>
                    <a:pt x="52" y="103"/>
                  </a:cubicBezTo>
                  <a:cubicBezTo>
                    <a:pt x="52" y="102"/>
                    <a:pt x="51" y="102"/>
                    <a:pt x="49" y="101"/>
                  </a:cubicBezTo>
                  <a:cubicBezTo>
                    <a:pt x="47" y="100"/>
                    <a:pt x="44" y="99"/>
                    <a:pt x="43" y="96"/>
                  </a:cubicBezTo>
                  <a:cubicBezTo>
                    <a:pt x="43" y="96"/>
                    <a:pt x="42" y="96"/>
                    <a:pt x="42" y="96"/>
                  </a:cubicBezTo>
                  <a:cubicBezTo>
                    <a:pt x="39" y="96"/>
                    <a:pt x="38" y="93"/>
                    <a:pt x="37" y="92"/>
                  </a:cubicBezTo>
                  <a:cubicBezTo>
                    <a:pt x="37" y="92"/>
                    <a:pt x="37" y="91"/>
                    <a:pt x="37" y="91"/>
                  </a:cubicBezTo>
                  <a:cubicBezTo>
                    <a:pt x="37" y="91"/>
                    <a:pt x="37" y="91"/>
                    <a:pt x="37" y="91"/>
                  </a:cubicBezTo>
                  <a:cubicBezTo>
                    <a:pt x="35" y="91"/>
                    <a:pt x="33" y="91"/>
                    <a:pt x="31" y="89"/>
                  </a:cubicBezTo>
                  <a:cubicBezTo>
                    <a:pt x="31" y="88"/>
                    <a:pt x="30" y="87"/>
                    <a:pt x="30" y="86"/>
                  </a:cubicBezTo>
                  <a:cubicBezTo>
                    <a:pt x="25" y="84"/>
                    <a:pt x="21" y="82"/>
                    <a:pt x="16" y="80"/>
                  </a:cubicBezTo>
                  <a:cubicBezTo>
                    <a:pt x="13" y="78"/>
                    <a:pt x="10" y="76"/>
                    <a:pt x="7" y="75"/>
                  </a:cubicBezTo>
                  <a:cubicBezTo>
                    <a:pt x="4" y="74"/>
                    <a:pt x="2" y="71"/>
                    <a:pt x="1" y="68"/>
                  </a:cubicBezTo>
                  <a:cubicBezTo>
                    <a:pt x="0" y="67"/>
                    <a:pt x="0" y="65"/>
                    <a:pt x="1" y="63"/>
                  </a:cubicBezTo>
                  <a:cubicBezTo>
                    <a:pt x="2" y="62"/>
                    <a:pt x="3" y="61"/>
                    <a:pt x="6" y="62"/>
                  </a:cubicBezTo>
                  <a:cubicBezTo>
                    <a:pt x="5" y="59"/>
                    <a:pt x="7" y="57"/>
                    <a:pt x="8" y="56"/>
                  </a:cubicBezTo>
                  <a:cubicBezTo>
                    <a:pt x="9" y="55"/>
                    <a:pt x="10" y="54"/>
                    <a:pt x="11" y="53"/>
                  </a:cubicBezTo>
                  <a:cubicBezTo>
                    <a:pt x="13" y="52"/>
                    <a:pt x="14" y="52"/>
                    <a:pt x="13" y="51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7"/>
                    <a:pt x="17" y="47"/>
                  </a:cubicBezTo>
                  <a:cubicBezTo>
                    <a:pt x="18" y="47"/>
                    <a:pt x="21" y="47"/>
                    <a:pt x="22" y="49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3" y="49"/>
                    <a:pt x="25" y="50"/>
                    <a:pt x="25" y="52"/>
                  </a:cubicBezTo>
                  <a:cubicBezTo>
                    <a:pt x="26" y="53"/>
                    <a:pt x="25" y="53"/>
                    <a:pt x="25" y="54"/>
                  </a:cubicBezTo>
                  <a:cubicBezTo>
                    <a:pt x="26" y="54"/>
                    <a:pt x="26" y="54"/>
                    <a:pt x="27" y="54"/>
                  </a:cubicBezTo>
                  <a:cubicBezTo>
                    <a:pt x="27" y="54"/>
                    <a:pt x="28" y="54"/>
                    <a:pt x="28" y="54"/>
                  </a:cubicBezTo>
                  <a:cubicBezTo>
                    <a:pt x="28" y="54"/>
                    <a:pt x="28" y="53"/>
                    <a:pt x="28" y="52"/>
                  </a:cubicBezTo>
                  <a:cubicBezTo>
                    <a:pt x="28" y="50"/>
                    <a:pt x="29" y="49"/>
                    <a:pt x="30" y="49"/>
                  </a:cubicBezTo>
                  <a:cubicBezTo>
                    <a:pt x="32" y="48"/>
                    <a:pt x="34" y="48"/>
                    <a:pt x="35" y="50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37" y="53"/>
                    <a:pt x="38" y="55"/>
                    <a:pt x="39" y="57"/>
                  </a:cubicBezTo>
                  <a:cubicBezTo>
                    <a:pt x="39" y="58"/>
                    <a:pt x="39" y="58"/>
                    <a:pt x="39" y="58"/>
                  </a:cubicBezTo>
                  <a:cubicBezTo>
                    <a:pt x="40" y="58"/>
                    <a:pt x="41" y="58"/>
                    <a:pt x="41" y="58"/>
                  </a:cubicBezTo>
                  <a:cubicBezTo>
                    <a:pt x="41" y="58"/>
                    <a:pt x="41" y="57"/>
                    <a:pt x="41" y="56"/>
                  </a:cubicBezTo>
                  <a:cubicBezTo>
                    <a:pt x="41" y="55"/>
                    <a:pt x="41" y="54"/>
                    <a:pt x="42" y="53"/>
                  </a:cubicBezTo>
                  <a:cubicBezTo>
                    <a:pt x="42" y="52"/>
                    <a:pt x="43" y="52"/>
                    <a:pt x="45" y="52"/>
                  </a:cubicBezTo>
                  <a:cubicBezTo>
                    <a:pt x="45" y="52"/>
                    <a:pt x="45" y="52"/>
                    <a:pt x="45" y="52"/>
                  </a:cubicBezTo>
                  <a:cubicBezTo>
                    <a:pt x="47" y="52"/>
                    <a:pt x="49" y="53"/>
                    <a:pt x="49" y="55"/>
                  </a:cubicBezTo>
                  <a:cubicBezTo>
                    <a:pt x="50" y="57"/>
                    <a:pt x="50" y="58"/>
                    <a:pt x="51" y="60"/>
                  </a:cubicBezTo>
                  <a:cubicBezTo>
                    <a:pt x="51" y="60"/>
                    <a:pt x="51" y="60"/>
                    <a:pt x="51" y="60"/>
                  </a:cubicBezTo>
                  <a:cubicBezTo>
                    <a:pt x="51" y="60"/>
                    <a:pt x="51" y="59"/>
                    <a:pt x="52" y="59"/>
                  </a:cubicBezTo>
                  <a:cubicBezTo>
                    <a:pt x="52" y="58"/>
                    <a:pt x="52" y="57"/>
                    <a:pt x="52" y="56"/>
                  </a:cubicBezTo>
                  <a:cubicBezTo>
                    <a:pt x="53" y="55"/>
                    <a:pt x="53" y="55"/>
                    <a:pt x="55" y="54"/>
                  </a:cubicBezTo>
                  <a:cubicBezTo>
                    <a:pt x="55" y="54"/>
                    <a:pt x="55" y="54"/>
                    <a:pt x="55" y="54"/>
                  </a:cubicBezTo>
                  <a:cubicBezTo>
                    <a:pt x="58" y="54"/>
                    <a:pt x="59" y="56"/>
                    <a:pt x="59" y="57"/>
                  </a:cubicBezTo>
                  <a:cubicBezTo>
                    <a:pt x="61" y="58"/>
                    <a:pt x="61" y="60"/>
                    <a:pt x="62" y="61"/>
                  </a:cubicBezTo>
                  <a:cubicBezTo>
                    <a:pt x="63" y="63"/>
                    <a:pt x="63" y="63"/>
                    <a:pt x="64" y="63"/>
                  </a:cubicBezTo>
                  <a:cubicBezTo>
                    <a:pt x="64" y="63"/>
                    <a:pt x="64" y="63"/>
                    <a:pt x="64" y="63"/>
                  </a:cubicBezTo>
                  <a:cubicBezTo>
                    <a:pt x="63" y="59"/>
                    <a:pt x="66" y="57"/>
                    <a:pt x="67" y="57"/>
                  </a:cubicBezTo>
                  <a:cubicBezTo>
                    <a:pt x="67" y="57"/>
                    <a:pt x="68" y="57"/>
                    <a:pt x="68" y="57"/>
                  </a:cubicBezTo>
                  <a:cubicBezTo>
                    <a:pt x="69" y="57"/>
                    <a:pt x="71" y="57"/>
                    <a:pt x="72" y="60"/>
                  </a:cubicBezTo>
                  <a:cubicBezTo>
                    <a:pt x="72" y="60"/>
                    <a:pt x="72" y="60"/>
                    <a:pt x="72" y="60"/>
                  </a:cubicBezTo>
                  <a:cubicBezTo>
                    <a:pt x="72" y="60"/>
                    <a:pt x="72" y="61"/>
                    <a:pt x="73" y="61"/>
                  </a:cubicBezTo>
                  <a:cubicBezTo>
                    <a:pt x="74" y="63"/>
                    <a:pt x="75" y="64"/>
                    <a:pt x="76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6" y="64"/>
                    <a:pt x="76" y="63"/>
                    <a:pt x="75" y="62"/>
                  </a:cubicBezTo>
                  <a:cubicBezTo>
                    <a:pt x="73" y="56"/>
                    <a:pt x="73" y="56"/>
                    <a:pt x="73" y="56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82" y="59"/>
                    <a:pt x="83" y="61"/>
                    <a:pt x="85" y="63"/>
                  </a:cubicBezTo>
                  <a:cubicBezTo>
                    <a:pt x="85" y="63"/>
                    <a:pt x="86" y="64"/>
                    <a:pt x="86" y="64"/>
                  </a:cubicBezTo>
                  <a:cubicBezTo>
                    <a:pt x="87" y="65"/>
                    <a:pt x="90" y="66"/>
                    <a:pt x="92" y="66"/>
                  </a:cubicBezTo>
                  <a:cubicBezTo>
                    <a:pt x="92" y="66"/>
                    <a:pt x="92" y="65"/>
                    <a:pt x="91" y="65"/>
                  </a:cubicBezTo>
                  <a:cubicBezTo>
                    <a:pt x="91" y="64"/>
                    <a:pt x="91" y="63"/>
                    <a:pt x="91" y="61"/>
                  </a:cubicBezTo>
                  <a:cubicBezTo>
                    <a:pt x="90" y="59"/>
                    <a:pt x="91" y="57"/>
                    <a:pt x="93" y="56"/>
                  </a:cubicBezTo>
                  <a:cubicBezTo>
                    <a:pt x="94" y="55"/>
                    <a:pt x="94" y="55"/>
                    <a:pt x="94" y="55"/>
                  </a:cubicBezTo>
                  <a:cubicBezTo>
                    <a:pt x="95" y="54"/>
                    <a:pt x="96" y="54"/>
                    <a:pt x="97" y="54"/>
                  </a:cubicBezTo>
                  <a:cubicBezTo>
                    <a:pt x="99" y="54"/>
                    <a:pt x="100" y="55"/>
                    <a:pt x="101" y="57"/>
                  </a:cubicBezTo>
                  <a:cubicBezTo>
                    <a:pt x="101" y="57"/>
                    <a:pt x="101" y="57"/>
                    <a:pt x="101" y="57"/>
                  </a:cubicBezTo>
                  <a:cubicBezTo>
                    <a:pt x="104" y="55"/>
                    <a:pt x="107" y="55"/>
                    <a:pt x="108" y="57"/>
                  </a:cubicBezTo>
                  <a:cubicBezTo>
                    <a:pt x="109" y="58"/>
                    <a:pt x="109" y="59"/>
                    <a:pt x="109" y="61"/>
                  </a:cubicBezTo>
                  <a:cubicBezTo>
                    <a:pt x="115" y="61"/>
                    <a:pt x="121" y="62"/>
                    <a:pt x="127" y="62"/>
                  </a:cubicBezTo>
                  <a:cubicBezTo>
                    <a:pt x="136" y="63"/>
                    <a:pt x="136" y="63"/>
                    <a:pt x="136" y="63"/>
                  </a:cubicBezTo>
                  <a:cubicBezTo>
                    <a:pt x="138" y="63"/>
                    <a:pt x="138" y="62"/>
                    <a:pt x="138" y="62"/>
                  </a:cubicBezTo>
                  <a:cubicBezTo>
                    <a:pt x="139" y="60"/>
                    <a:pt x="141" y="59"/>
                    <a:pt x="141" y="59"/>
                  </a:cubicBezTo>
                  <a:cubicBezTo>
                    <a:pt x="142" y="59"/>
                    <a:pt x="143" y="60"/>
                    <a:pt x="143" y="60"/>
                  </a:cubicBezTo>
                  <a:cubicBezTo>
                    <a:pt x="144" y="59"/>
                    <a:pt x="145" y="58"/>
                    <a:pt x="146" y="58"/>
                  </a:cubicBezTo>
                  <a:cubicBezTo>
                    <a:pt x="148" y="58"/>
                    <a:pt x="150" y="61"/>
                    <a:pt x="151" y="62"/>
                  </a:cubicBezTo>
                  <a:cubicBezTo>
                    <a:pt x="151" y="62"/>
                    <a:pt x="150" y="62"/>
                    <a:pt x="150" y="62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51" y="62"/>
                    <a:pt x="151" y="62"/>
                    <a:pt x="151" y="62"/>
                  </a:cubicBezTo>
                  <a:cubicBezTo>
                    <a:pt x="152" y="65"/>
                    <a:pt x="152" y="65"/>
                    <a:pt x="152" y="65"/>
                  </a:cubicBezTo>
                  <a:cubicBezTo>
                    <a:pt x="152" y="62"/>
                    <a:pt x="152" y="62"/>
                    <a:pt x="152" y="62"/>
                  </a:cubicBezTo>
                  <a:cubicBezTo>
                    <a:pt x="152" y="62"/>
                    <a:pt x="152" y="62"/>
                    <a:pt x="152" y="62"/>
                  </a:cubicBezTo>
                  <a:cubicBezTo>
                    <a:pt x="157" y="62"/>
                    <a:pt x="160" y="61"/>
                    <a:pt x="163" y="58"/>
                  </a:cubicBezTo>
                  <a:cubicBezTo>
                    <a:pt x="167" y="54"/>
                    <a:pt x="170" y="51"/>
                    <a:pt x="173" y="48"/>
                  </a:cubicBezTo>
                  <a:cubicBezTo>
                    <a:pt x="173" y="47"/>
                    <a:pt x="173" y="47"/>
                    <a:pt x="173" y="47"/>
                  </a:cubicBezTo>
                  <a:cubicBezTo>
                    <a:pt x="174" y="46"/>
                    <a:pt x="174" y="46"/>
                    <a:pt x="174" y="46"/>
                  </a:cubicBezTo>
                  <a:cubicBezTo>
                    <a:pt x="175" y="44"/>
                    <a:pt x="175" y="42"/>
                    <a:pt x="176" y="40"/>
                  </a:cubicBezTo>
                  <a:cubicBezTo>
                    <a:pt x="177" y="37"/>
                    <a:pt x="178" y="34"/>
                    <a:pt x="177" y="31"/>
                  </a:cubicBezTo>
                  <a:cubicBezTo>
                    <a:pt x="177" y="31"/>
                    <a:pt x="177" y="30"/>
                    <a:pt x="177" y="29"/>
                  </a:cubicBezTo>
                  <a:cubicBezTo>
                    <a:pt x="176" y="27"/>
                    <a:pt x="175" y="24"/>
                    <a:pt x="178" y="20"/>
                  </a:cubicBezTo>
                  <a:cubicBezTo>
                    <a:pt x="178" y="20"/>
                    <a:pt x="178" y="19"/>
                    <a:pt x="178" y="19"/>
                  </a:cubicBezTo>
                  <a:cubicBezTo>
                    <a:pt x="178" y="17"/>
                    <a:pt x="178" y="15"/>
                    <a:pt x="181" y="13"/>
                  </a:cubicBezTo>
                  <a:cubicBezTo>
                    <a:pt x="181" y="13"/>
                    <a:pt x="181" y="13"/>
                    <a:pt x="181" y="12"/>
                  </a:cubicBezTo>
                  <a:cubicBezTo>
                    <a:pt x="181" y="12"/>
                    <a:pt x="181" y="11"/>
                    <a:pt x="181" y="11"/>
                  </a:cubicBezTo>
                  <a:cubicBezTo>
                    <a:pt x="181" y="7"/>
                    <a:pt x="183" y="6"/>
                    <a:pt x="185" y="6"/>
                  </a:cubicBezTo>
                  <a:cubicBezTo>
                    <a:pt x="185" y="6"/>
                    <a:pt x="185" y="6"/>
                    <a:pt x="185" y="6"/>
                  </a:cubicBezTo>
                  <a:cubicBezTo>
                    <a:pt x="186" y="6"/>
                    <a:pt x="188" y="6"/>
                    <a:pt x="188" y="7"/>
                  </a:cubicBezTo>
                  <a:cubicBezTo>
                    <a:pt x="190" y="8"/>
                    <a:pt x="190" y="10"/>
                    <a:pt x="190" y="11"/>
                  </a:cubicBezTo>
                  <a:cubicBezTo>
                    <a:pt x="189" y="11"/>
                    <a:pt x="189" y="11"/>
                    <a:pt x="189" y="12"/>
                  </a:cubicBezTo>
                  <a:cubicBezTo>
                    <a:pt x="190" y="12"/>
                    <a:pt x="190" y="12"/>
                    <a:pt x="190" y="12"/>
                  </a:cubicBezTo>
                  <a:cubicBezTo>
                    <a:pt x="190" y="12"/>
                    <a:pt x="190" y="12"/>
                    <a:pt x="190" y="12"/>
                  </a:cubicBezTo>
                  <a:cubicBezTo>
                    <a:pt x="190" y="12"/>
                    <a:pt x="191" y="11"/>
                    <a:pt x="192" y="11"/>
                  </a:cubicBezTo>
                  <a:cubicBezTo>
                    <a:pt x="194" y="10"/>
                    <a:pt x="195" y="8"/>
                    <a:pt x="196" y="5"/>
                  </a:cubicBezTo>
                  <a:cubicBezTo>
                    <a:pt x="197" y="2"/>
                    <a:pt x="199" y="1"/>
                    <a:pt x="202" y="1"/>
                  </a:cubicBezTo>
                  <a:cubicBezTo>
                    <a:pt x="204" y="1"/>
                    <a:pt x="206" y="1"/>
                    <a:pt x="207" y="2"/>
                  </a:cubicBezTo>
                  <a:cubicBezTo>
                    <a:pt x="211" y="4"/>
                    <a:pt x="213" y="11"/>
                    <a:pt x="211" y="16"/>
                  </a:cubicBezTo>
                  <a:cubicBezTo>
                    <a:pt x="211" y="17"/>
                    <a:pt x="211" y="17"/>
                    <a:pt x="211" y="18"/>
                  </a:cubicBezTo>
                  <a:cubicBezTo>
                    <a:pt x="210" y="19"/>
                    <a:pt x="210" y="20"/>
                    <a:pt x="210" y="20"/>
                  </a:cubicBezTo>
                  <a:cubicBezTo>
                    <a:pt x="209" y="21"/>
                    <a:pt x="209" y="22"/>
                    <a:pt x="209" y="22"/>
                  </a:cubicBezTo>
                  <a:cubicBezTo>
                    <a:pt x="209" y="22"/>
                    <a:pt x="209" y="23"/>
                    <a:pt x="209" y="23"/>
                  </a:cubicBezTo>
                  <a:cubicBezTo>
                    <a:pt x="209" y="23"/>
                    <a:pt x="209" y="23"/>
                    <a:pt x="209" y="23"/>
                  </a:cubicBezTo>
                  <a:cubicBezTo>
                    <a:pt x="211" y="23"/>
                    <a:pt x="211" y="23"/>
                    <a:pt x="211" y="23"/>
                  </a:cubicBezTo>
                  <a:cubicBezTo>
                    <a:pt x="211" y="25"/>
                    <a:pt x="211" y="25"/>
                    <a:pt x="211" y="25"/>
                  </a:cubicBezTo>
                  <a:cubicBezTo>
                    <a:pt x="212" y="28"/>
                    <a:pt x="213" y="28"/>
                    <a:pt x="214" y="28"/>
                  </a:cubicBezTo>
                  <a:cubicBezTo>
                    <a:pt x="215" y="28"/>
                    <a:pt x="216" y="28"/>
                    <a:pt x="217" y="27"/>
                  </a:cubicBezTo>
                  <a:cubicBezTo>
                    <a:pt x="218" y="27"/>
                    <a:pt x="219" y="27"/>
                    <a:pt x="220" y="27"/>
                  </a:cubicBezTo>
                  <a:cubicBezTo>
                    <a:pt x="275" y="27"/>
                    <a:pt x="329" y="27"/>
                    <a:pt x="384" y="27"/>
                  </a:cubicBezTo>
                  <a:cubicBezTo>
                    <a:pt x="420" y="27"/>
                    <a:pt x="456" y="27"/>
                    <a:pt x="492" y="27"/>
                  </a:cubicBezTo>
                  <a:cubicBezTo>
                    <a:pt x="493" y="27"/>
                    <a:pt x="495" y="27"/>
                    <a:pt x="496" y="27"/>
                  </a:cubicBezTo>
                  <a:cubicBezTo>
                    <a:pt x="497" y="27"/>
                    <a:pt x="498" y="27"/>
                    <a:pt x="499" y="27"/>
                  </a:cubicBezTo>
                  <a:cubicBezTo>
                    <a:pt x="499" y="27"/>
                    <a:pt x="499" y="27"/>
                    <a:pt x="499" y="27"/>
                  </a:cubicBezTo>
                  <a:cubicBezTo>
                    <a:pt x="499" y="24"/>
                    <a:pt x="501" y="23"/>
                    <a:pt x="503" y="22"/>
                  </a:cubicBezTo>
                  <a:cubicBezTo>
                    <a:pt x="502" y="20"/>
                    <a:pt x="501" y="18"/>
                    <a:pt x="500" y="16"/>
                  </a:cubicBezTo>
                  <a:cubicBezTo>
                    <a:pt x="498" y="11"/>
                    <a:pt x="499" y="6"/>
                    <a:pt x="503" y="3"/>
                  </a:cubicBezTo>
                  <a:cubicBezTo>
                    <a:pt x="506" y="0"/>
                    <a:pt x="508" y="0"/>
                    <a:pt x="511" y="1"/>
                  </a:cubicBezTo>
                  <a:cubicBezTo>
                    <a:pt x="515" y="2"/>
                    <a:pt x="517" y="5"/>
                    <a:pt x="516" y="8"/>
                  </a:cubicBezTo>
                  <a:cubicBezTo>
                    <a:pt x="516" y="8"/>
                    <a:pt x="516" y="9"/>
                    <a:pt x="516" y="9"/>
                  </a:cubicBezTo>
                  <a:cubicBezTo>
                    <a:pt x="517" y="9"/>
                    <a:pt x="517" y="9"/>
                    <a:pt x="517" y="9"/>
                  </a:cubicBezTo>
                  <a:cubicBezTo>
                    <a:pt x="519" y="9"/>
                    <a:pt x="520" y="10"/>
                    <a:pt x="521" y="11"/>
                  </a:cubicBezTo>
                  <a:cubicBezTo>
                    <a:pt x="521" y="10"/>
                    <a:pt x="521" y="10"/>
                    <a:pt x="521" y="9"/>
                  </a:cubicBezTo>
                  <a:cubicBezTo>
                    <a:pt x="521" y="7"/>
                    <a:pt x="523" y="5"/>
                    <a:pt x="526" y="5"/>
                  </a:cubicBezTo>
                  <a:cubicBezTo>
                    <a:pt x="528" y="5"/>
                    <a:pt x="529" y="6"/>
                    <a:pt x="529" y="6"/>
                  </a:cubicBezTo>
                  <a:cubicBezTo>
                    <a:pt x="531" y="8"/>
                    <a:pt x="530" y="9"/>
                    <a:pt x="530" y="10"/>
                  </a:cubicBezTo>
                  <a:cubicBezTo>
                    <a:pt x="530" y="11"/>
                    <a:pt x="530" y="11"/>
                    <a:pt x="530" y="12"/>
                  </a:cubicBezTo>
                  <a:cubicBezTo>
                    <a:pt x="530" y="12"/>
                    <a:pt x="530" y="13"/>
                    <a:pt x="530" y="13"/>
                  </a:cubicBezTo>
                  <a:cubicBezTo>
                    <a:pt x="531" y="13"/>
                    <a:pt x="534" y="13"/>
                    <a:pt x="534" y="17"/>
                  </a:cubicBezTo>
                  <a:cubicBezTo>
                    <a:pt x="534" y="18"/>
                    <a:pt x="534" y="19"/>
                    <a:pt x="534" y="20"/>
                  </a:cubicBezTo>
                  <a:cubicBezTo>
                    <a:pt x="534" y="22"/>
                    <a:pt x="534" y="22"/>
                    <a:pt x="535" y="23"/>
                  </a:cubicBezTo>
                  <a:cubicBezTo>
                    <a:pt x="536" y="23"/>
                    <a:pt x="536" y="24"/>
                    <a:pt x="536" y="25"/>
                  </a:cubicBezTo>
                  <a:cubicBezTo>
                    <a:pt x="536" y="26"/>
                    <a:pt x="536" y="27"/>
                    <a:pt x="536" y="28"/>
                  </a:cubicBezTo>
                  <a:cubicBezTo>
                    <a:pt x="534" y="30"/>
                    <a:pt x="534" y="32"/>
                    <a:pt x="535" y="36"/>
                  </a:cubicBezTo>
                  <a:cubicBezTo>
                    <a:pt x="535" y="37"/>
                    <a:pt x="535" y="38"/>
                    <a:pt x="536" y="39"/>
                  </a:cubicBezTo>
                  <a:cubicBezTo>
                    <a:pt x="537" y="49"/>
                    <a:pt x="544" y="54"/>
                    <a:pt x="551" y="60"/>
                  </a:cubicBezTo>
                  <a:cubicBezTo>
                    <a:pt x="552" y="61"/>
                    <a:pt x="552" y="61"/>
                    <a:pt x="552" y="61"/>
                  </a:cubicBezTo>
                  <a:cubicBezTo>
                    <a:pt x="553" y="62"/>
                    <a:pt x="554" y="62"/>
                    <a:pt x="556" y="62"/>
                  </a:cubicBezTo>
                  <a:cubicBezTo>
                    <a:pt x="557" y="62"/>
                    <a:pt x="558" y="62"/>
                    <a:pt x="559" y="62"/>
                  </a:cubicBezTo>
                  <a:cubicBezTo>
                    <a:pt x="559" y="62"/>
                    <a:pt x="560" y="62"/>
                    <a:pt x="561" y="62"/>
                  </a:cubicBezTo>
                  <a:cubicBezTo>
                    <a:pt x="561" y="62"/>
                    <a:pt x="561" y="61"/>
                    <a:pt x="561" y="61"/>
                  </a:cubicBezTo>
                  <a:cubicBezTo>
                    <a:pt x="562" y="60"/>
                    <a:pt x="563" y="57"/>
                    <a:pt x="569" y="59"/>
                  </a:cubicBezTo>
                  <a:cubicBezTo>
                    <a:pt x="569" y="60"/>
                    <a:pt x="570" y="60"/>
                    <a:pt x="571" y="60"/>
                  </a:cubicBezTo>
                  <a:cubicBezTo>
                    <a:pt x="572" y="61"/>
                    <a:pt x="574" y="62"/>
                    <a:pt x="575" y="62"/>
                  </a:cubicBezTo>
                  <a:cubicBezTo>
                    <a:pt x="584" y="62"/>
                    <a:pt x="595" y="61"/>
                    <a:pt x="605" y="60"/>
                  </a:cubicBezTo>
                  <a:cubicBezTo>
                    <a:pt x="605" y="58"/>
                    <a:pt x="605" y="57"/>
                    <a:pt x="606" y="56"/>
                  </a:cubicBezTo>
                  <a:cubicBezTo>
                    <a:pt x="607" y="55"/>
                    <a:pt x="609" y="54"/>
                    <a:pt x="612" y="56"/>
                  </a:cubicBezTo>
                  <a:cubicBezTo>
                    <a:pt x="613" y="56"/>
                    <a:pt x="613" y="56"/>
                    <a:pt x="613" y="56"/>
                  </a:cubicBezTo>
                  <a:cubicBezTo>
                    <a:pt x="614" y="56"/>
                    <a:pt x="614" y="56"/>
                    <a:pt x="614" y="56"/>
                  </a:cubicBezTo>
                  <a:cubicBezTo>
                    <a:pt x="615" y="54"/>
                    <a:pt x="617" y="54"/>
                    <a:pt x="618" y="54"/>
                  </a:cubicBezTo>
                  <a:cubicBezTo>
                    <a:pt x="619" y="54"/>
                    <a:pt x="620" y="55"/>
                    <a:pt x="620" y="55"/>
                  </a:cubicBezTo>
                  <a:cubicBezTo>
                    <a:pt x="622" y="56"/>
                    <a:pt x="623" y="57"/>
                    <a:pt x="623" y="58"/>
                  </a:cubicBezTo>
                  <a:cubicBezTo>
                    <a:pt x="624" y="59"/>
                    <a:pt x="623" y="61"/>
                    <a:pt x="623" y="61"/>
                  </a:cubicBezTo>
                  <a:cubicBezTo>
                    <a:pt x="622" y="62"/>
                    <a:pt x="622" y="63"/>
                    <a:pt x="622" y="64"/>
                  </a:cubicBezTo>
                  <a:cubicBezTo>
                    <a:pt x="621" y="64"/>
                    <a:pt x="621" y="64"/>
                    <a:pt x="621" y="64"/>
                  </a:cubicBezTo>
                  <a:cubicBezTo>
                    <a:pt x="621" y="65"/>
                    <a:pt x="621" y="65"/>
                    <a:pt x="621" y="65"/>
                  </a:cubicBezTo>
                  <a:cubicBezTo>
                    <a:pt x="621" y="65"/>
                    <a:pt x="622" y="66"/>
                    <a:pt x="623" y="66"/>
                  </a:cubicBezTo>
                  <a:cubicBezTo>
                    <a:pt x="626" y="66"/>
                    <a:pt x="628" y="64"/>
                    <a:pt x="630" y="61"/>
                  </a:cubicBezTo>
                  <a:cubicBezTo>
                    <a:pt x="631" y="61"/>
                    <a:pt x="631" y="60"/>
                    <a:pt x="632" y="59"/>
                  </a:cubicBezTo>
                  <a:cubicBezTo>
                    <a:pt x="633" y="58"/>
                    <a:pt x="633" y="58"/>
                    <a:pt x="633" y="58"/>
                  </a:cubicBezTo>
                  <a:cubicBezTo>
                    <a:pt x="635" y="59"/>
                    <a:pt x="635" y="59"/>
                    <a:pt x="635" y="59"/>
                  </a:cubicBezTo>
                  <a:cubicBezTo>
                    <a:pt x="636" y="59"/>
                    <a:pt x="638" y="61"/>
                    <a:pt x="637" y="64"/>
                  </a:cubicBezTo>
                  <a:cubicBezTo>
                    <a:pt x="638" y="64"/>
                    <a:pt x="639" y="64"/>
                    <a:pt x="639" y="64"/>
                  </a:cubicBezTo>
                  <a:cubicBezTo>
                    <a:pt x="640" y="62"/>
                    <a:pt x="641" y="61"/>
                    <a:pt x="642" y="61"/>
                  </a:cubicBezTo>
                  <a:cubicBezTo>
                    <a:pt x="642" y="60"/>
                    <a:pt x="643" y="60"/>
                    <a:pt x="643" y="59"/>
                  </a:cubicBezTo>
                  <a:cubicBezTo>
                    <a:pt x="643" y="57"/>
                    <a:pt x="646" y="56"/>
                    <a:pt x="648" y="57"/>
                  </a:cubicBezTo>
                  <a:cubicBezTo>
                    <a:pt x="649" y="57"/>
                    <a:pt x="650" y="59"/>
                    <a:pt x="650" y="61"/>
                  </a:cubicBezTo>
                  <a:cubicBezTo>
                    <a:pt x="650" y="62"/>
                    <a:pt x="650" y="62"/>
                    <a:pt x="649" y="63"/>
                  </a:cubicBezTo>
                  <a:cubicBezTo>
                    <a:pt x="651" y="63"/>
                    <a:pt x="651" y="63"/>
                    <a:pt x="652" y="62"/>
                  </a:cubicBezTo>
                  <a:cubicBezTo>
                    <a:pt x="652" y="60"/>
                    <a:pt x="653" y="59"/>
                    <a:pt x="654" y="58"/>
                  </a:cubicBezTo>
                  <a:cubicBezTo>
                    <a:pt x="654" y="58"/>
                    <a:pt x="655" y="58"/>
                    <a:pt x="655" y="57"/>
                  </a:cubicBezTo>
                  <a:cubicBezTo>
                    <a:pt x="656" y="56"/>
                    <a:pt x="656" y="54"/>
                    <a:pt x="659" y="54"/>
                  </a:cubicBezTo>
                  <a:cubicBezTo>
                    <a:pt x="659" y="54"/>
                    <a:pt x="660" y="55"/>
                    <a:pt x="660" y="55"/>
                  </a:cubicBezTo>
                  <a:cubicBezTo>
                    <a:pt x="661" y="55"/>
                    <a:pt x="663" y="56"/>
                    <a:pt x="662" y="59"/>
                  </a:cubicBezTo>
                  <a:cubicBezTo>
                    <a:pt x="663" y="59"/>
                    <a:pt x="663" y="60"/>
                    <a:pt x="662" y="61"/>
                  </a:cubicBezTo>
                  <a:cubicBezTo>
                    <a:pt x="663" y="61"/>
                    <a:pt x="664" y="60"/>
                    <a:pt x="665" y="60"/>
                  </a:cubicBezTo>
                  <a:cubicBezTo>
                    <a:pt x="666" y="59"/>
                    <a:pt x="667" y="57"/>
                    <a:pt x="668" y="56"/>
                  </a:cubicBezTo>
                  <a:cubicBezTo>
                    <a:pt x="668" y="52"/>
                    <a:pt x="670" y="52"/>
                    <a:pt x="671" y="52"/>
                  </a:cubicBezTo>
                  <a:cubicBezTo>
                    <a:pt x="672" y="52"/>
                    <a:pt x="672" y="52"/>
                    <a:pt x="672" y="52"/>
                  </a:cubicBezTo>
                  <a:cubicBezTo>
                    <a:pt x="673" y="52"/>
                    <a:pt x="675" y="53"/>
                    <a:pt x="675" y="56"/>
                  </a:cubicBezTo>
                  <a:cubicBezTo>
                    <a:pt x="675" y="57"/>
                    <a:pt x="675" y="57"/>
                    <a:pt x="675" y="58"/>
                  </a:cubicBezTo>
                  <a:cubicBezTo>
                    <a:pt x="677" y="58"/>
                    <a:pt x="678" y="58"/>
                    <a:pt x="678" y="56"/>
                  </a:cubicBezTo>
                  <a:cubicBezTo>
                    <a:pt x="678" y="54"/>
                    <a:pt x="679" y="53"/>
                    <a:pt x="681" y="51"/>
                  </a:cubicBezTo>
                  <a:cubicBezTo>
                    <a:pt x="681" y="50"/>
                    <a:pt x="682" y="50"/>
                    <a:pt x="682" y="49"/>
                  </a:cubicBezTo>
                  <a:cubicBezTo>
                    <a:pt x="685" y="45"/>
                    <a:pt x="685" y="45"/>
                    <a:pt x="685" y="45"/>
                  </a:cubicBezTo>
                  <a:cubicBezTo>
                    <a:pt x="687" y="50"/>
                    <a:pt x="687" y="50"/>
                    <a:pt x="687" y="50"/>
                  </a:cubicBezTo>
                  <a:cubicBezTo>
                    <a:pt x="687" y="50"/>
                    <a:pt x="688" y="51"/>
                    <a:pt x="688" y="51"/>
                  </a:cubicBezTo>
                  <a:cubicBezTo>
                    <a:pt x="688" y="53"/>
                    <a:pt x="689" y="54"/>
                    <a:pt x="689" y="54"/>
                  </a:cubicBezTo>
                  <a:cubicBezTo>
                    <a:pt x="689" y="54"/>
                    <a:pt x="690" y="54"/>
                    <a:pt x="691" y="54"/>
                  </a:cubicBezTo>
                  <a:cubicBezTo>
                    <a:pt x="690" y="53"/>
                    <a:pt x="690" y="52"/>
                    <a:pt x="691" y="51"/>
                  </a:cubicBezTo>
                  <a:cubicBezTo>
                    <a:pt x="692" y="49"/>
                    <a:pt x="694" y="49"/>
                    <a:pt x="695" y="48"/>
                  </a:cubicBezTo>
                  <a:cubicBezTo>
                    <a:pt x="695" y="48"/>
                    <a:pt x="695" y="48"/>
                    <a:pt x="695" y="48"/>
                  </a:cubicBezTo>
                  <a:cubicBezTo>
                    <a:pt x="696" y="48"/>
                    <a:pt x="697" y="47"/>
                    <a:pt x="698" y="47"/>
                  </a:cubicBezTo>
                  <a:cubicBezTo>
                    <a:pt x="699" y="47"/>
                    <a:pt x="699" y="47"/>
                    <a:pt x="699" y="47"/>
                  </a:cubicBezTo>
                  <a:cubicBezTo>
                    <a:pt x="701" y="48"/>
                    <a:pt x="701" y="48"/>
                    <a:pt x="701" y="48"/>
                  </a:cubicBezTo>
                  <a:cubicBezTo>
                    <a:pt x="702" y="49"/>
                    <a:pt x="702" y="50"/>
                    <a:pt x="702" y="52"/>
                  </a:cubicBezTo>
                  <a:cubicBezTo>
                    <a:pt x="702" y="52"/>
                    <a:pt x="702" y="52"/>
                    <a:pt x="703" y="53"/>
                  </a:cubicBezTo>
                  <a:cubicBezTo>
                    <a:pt x="704" y="54"/>
                    <a:pt x="705" y="55"/>
                    <a:pt x="706" y="57"/>
                  </a:cubicBezTo>
                  <a:cubicBezTo>
                    <a:pt x="706" y="57"/>
                    <a:pt x="707" y="57"/>
                    <a:pt x="707" y="58"/>
                  </a:cubicBezTo>
                  <a:cubicBezTo>
                    <a:pt x="707" y="59"/>
                    <a:pt x="708" y="59"/>
                    <a:pt x="708" y="60"/>
                  </a:cubicBezTo>
                  <a:cubicBezTo>
                    <a:pt x="708" y="62"/>
                    <a:pt x="709" y="62"/>
                    <a:pt x="709" y="62"/>
                  </a:cubicBezTo>
                  <a:cubicBezTo>
                    <a:pt x="709" y="62"/>
                    <a:pt x="710" y="62"/>
                    <a:pt x="711" y="62"/>
                  </a:cubicBezTo>
                  <a:cubicBezTo>
                    <a:pt x="714" y="60"/>
                    <a:pt x="714" y="60"/>
                    <a:pt x="714" y="60"/>
                  </a:cubicBezTo>
                  <a:cubicBezTo>
                    <a:pt x="715" y="63"/>
                    <a:pt x="715" y="63"/>
                    <a:pt x="715" y="63"/>
                  </a:cubicBezTo>
                  <a:cubicBezTo>
                    <a:pt x="716" y="69"/>
                    <a:pt x="714" y="72"/>
                    <a:pt x="709" y="75"/>
                  </a:cubicBezTo>
                  <a:cubicBezTo>
                    <a:pt x="707" y="76"/>
                    <a:pt x="705" y="77"/>
                    <a:pt x="704" y="77"/>
                  </a:cubicBezTo>
                  <a:cubicBezTo>
                    <a:pt x="701" y="78"/>
                    <a:pt x="699" y="79"/>
                    <a:pt x="697" y="81"/>
                  </a:cubicBezTo>
                  <a:cubicBezTo>
                    <a:pt x="695" y="82"/>
                    <a:pt x="694" y="82"/>
                    <a:pt x="693" y="83"/>
                  </a:cubicBezTo>
                  <a:cubicBezTo>
                    <a:pt x="689" y="84"/>
                    <a:pt x="686" y="86"/>
                    <a:pt x="684" y="89"/>
                  </a:cubicBezTo>
                  <a:cubicBezTo>
                    <a:pt x="684" y="90"/>
                    <a:pt x="684" y="90"/>
                    <a:pt x="684" y="90"/>
                  </a:cubicBezTo>
                  <a:cubicBezTo>
                    <a:pt x="682" y="90"/>
                    <a:pt x="682" y="90"/>
                    <a:pt x="682" y="90"/>
                  </a:cubicBezTo>
                  <a:cubicBezTo>
                    <a:pt x="680" y="90"/>
                    <a:pt x="679" y="91"/>
                    <a:pt x="678" y="93"/>
                  </a:cubicBezTo>
                  <a:cubicBezTo>
                    <a:pt x="676" y="94"/>
                    <a:pt x="675" y="95"/>
                    <a:pt x="673" y="96"/>
                  </a:cubicBezTo>
                  <a:cubicBezTo>
                    <a:pt x="671" y="97"/>
                    <a:pt x="670" y="98"/>
                    <a:pt x="668" y="99"/>
                  </a:cubicBezTo>
                  <a:cubicBezTo>
                    <a:pt x="666" y="101"/>
                    <a:pt x="665" y="101"/>
                    <a:pt x="663" y="102"/>
                  </a:cubicBezTo>
                  <a:cubicBezTo>
                    <a:pt x="662" y="103"/>
                    <a:pt x="661" y="104"/>
                    <a:pt x="660" y="104"/>
                  </a:cubicBezTo>
                  <a:cubicBezTo>
                    <a:pt x="659" y="106"/>
                    <a:pt x="656" y="108"/>
                    <a:pt x="653" y="108"/>
                  </a:cubicBezTo>
                  <a:cubicBezTo>
                    <a:pt x="651" y="109"/>
                    <a:pt x="648" y="110"/>
                    <a:pt x="647" y="112"/>
                  </a:cubicBezTo>
                  <a:cubicBezTo>
                    <a:pt x="645" y="114"/>
                    <a:pt x="641" y="116"/>
                    <a:pt x="639" y="117"/>
                  </a:cubicBezTo>
                  <a:cubicBezTo>
                    <a:pt x="637" y="117"/>
                    <a:pt x="636" y="118"/>
                    <a:pt x="635" y="119"/>
                  </a:cubicBezTo>
                  <a:cubicBezTo>
                    <a:pt x="634" y="119"/>
                    <a:pt x="632" y="120"/>
                    <a:pt x="631" y="120"/>
                  </a:cubicBezTo>
                  <a:cubicBezTo>
                    <a:pt x="628" y="122"/>
                    <a:pt x="625" y="123"/>
                    <a:pt x="622" y="125"/>
                  </a:cubicBezTo>
                  <a:cubicBezTo>
                    <a:pt x="616" y="127"/>
                    <a:pt x="610" y="130"/>
                    <a:pt x="604" y="132"/>
                  </a:cubicBezTo>
                  <a:cubicBezTo>
                    <a:pt x="603" y="132"/>
                    <a:pt x="602" y="133"/>
                    <a:pt x="601" y="133"/>
                  </a:cubicBezTo>
                  <a:cubicBezTo>
                    <a:pt x="601" y="133"/>
                    <a:pt x="601" y="133"/>
                    <a:pt x="601" y="133"/>
                  </a:cubicBezTo>
                  <a:lnTo>
                    <a:pt x="113" y="133"/>
                  </a:lnTo>
                  <a:close/>
                  <a:moveTo>
                    <a:pt x="71" y="110"/>
                  </a:moveTo>
                  <a:cubicBezTo>
                    <a:pt x="75" y="111"/>
                    <a:pt x="79" y="112"/>
                    <a:pt x="82" y="114"/>
                  </a:cubicBezTo>
                  <a:cubicBezTo>
                    <a:pt x="84" y="115"/>
                    <a:pt x="85" y="116"/>
                    <a:pt x="87" y="117"/>
                  </a:cubicBezTo>
                  <a:cubicBezTo>
                    <a:pt x="96" y="121"/>
                    <a:pt x="105" y="125"/>
                    <a:pt x="113" y="128"/>
                  </a:cubicBezTo>
                  <a:cubicBezTo>
                    <a:pt x="599" y="128"/>
                    <a:pt x="599" y="128"/>
                    <a:pt x="599" y="128"/>
                  </a:cubicBezTo>
                  <a:cubicBezTo>
                    <a:pt x="600" y="128"/>
                    <a:pt x="601" y="127"/>
                    <a:pt x="602" y="127"/>
                  </a:cubicBezTo>
                  <a:cubicBezTo>
                    <a:pt x="608" y="125"/>
                    <a:pt x="614" y="123"/>
                    <a:pt x="620" y="120"/>
                  </a:cubicBezTo>
                  <a:cubicBezTo>
                    <a:pt x="623" y="118"/>
                    <a:pt x="626" y="117"/>
                    <a:pt x="629" y="116"/>
                  </a:cubicBezTo>
                  <a:cubicBezTo>
                    <a:pt x="630" y="115"/>
                    <a:pt x="631" y="114"/>
                    <a:pt x="632" y="114"/>
                  </a:cubicBezTo>
                  <a:cubicBezTo>
                    <a:pt x="634" y="113"/>
                    <a:pt x="635" y="112"/>
                    <a:pt x="637" y="112"/>
                  </a:cubicBezTo>
                  <a:cubicBezTo>
                    <a:pt x="638" y="111"/>
                    <a:pt x="641" y="110"/>
                    <a:pt x="643" y="108"/>
                  </a:cubicBezTo>
                  <a:cubicBezTo>
                    <a:pt x="645" y="106"/>
                    <a:pt x="649" y="104"/>
                    <a:pt x="652" y="103"/>
                  </a:cubicBezTo>
                  <a:cubicBezTo>
                    <a:pt x="654" y="103"/>
                    <a:pt x="655" y="102"/>
                    <a:pt x="657" y="100"/>
                  </a:cubicBezTo>
                  <a:cubicBezTo>
                    <a:pt x="658" y="99"/>
                    <a:pt x="659" y="98"/>
                    <a:pt x="661" y="98"/>
                  </a:cubicBezTo>
                  <a:cubicBezTo>
                    <a:pt x="662" y="97"/>
                    <a:pt x="663" y="96"/>
                    <a:pt x="665" y="95"/>
                  </a:cubicBezTo>
                  <a:cubicBezTo>
                    <a:pt x="667" y="94"/>
                    <a:pt x="669" y="92"/>
                    <a:pt x="671" y="91"/>
                  </a:cubicBezTo>
                  <a:cubicBezTo>
                    <a:pt x="672" y="91"/>
                    <a:pt x="673" y="90"/>
                    <a:pt x="674" y="89"/>
                  </a:cubicBezTo>
                  <a:cubicBezTo>
                    <a:pt x="676" y="87"/>
                    <a:pt x="677" y="86"/>
                    <a:pt x="680" y="85"/>
                  </a:cubicBezTo>
                  <a:cubicBezTo>
                    <a:pt x="683" y="81"/>
                    <a:pt x="687" y="79"/>
                    <a:pt x="691" y="78"/>
                  </a:cubicBezTo>
                  <a:cubicBezTo>
                    <a:pt x="692" y="77"/>
                    <a:pt x="693" y="77"/>
                    <a:pt x="694" y="76"/>
                  </a:cubicBezTo>
                  <a:cubicBezTo>
                    <a:pt x="697" y="75"/>
                    <a:pt x="699" y="74"/>
                    <a:pt x="701" y="73"/>
                  </a:cubicBezTo>
                  <a:cubicBezTo>
                    <a:pt x="703" y="72"/>
                    <a:pt x="705" y="71"/>
                    <a:pt x="706" y="70"/>
                  </a:cubicBezTo>
                  <a:cubicBezTo>
                    <a:pt x="708" y="70"/>
                    <a:pt x="709" y="69"/>
                    <a:pt x="709" y="68"/>
                  </a:cubicBezTo>
                  <a:cubicBezTo>
                    <a:pt x="707" y="68"/>
                    <a:pt x="704" y="67"/>
                    <a:pt x="703" y="62"/>
                  </a:cubicBezTo>
                  <a:cubicBezTo>
                    <a:pt x="703" y="62"/>
                    <a:pt x="702" y="61"/>
                    <a:pt x="702" y="60"/>
                  </a:cubicBezTo>
                  <a:cubicBezTo>
                    <a:pt x="702" y="60"/>
                    <a:pt x="701" y="59"/>
                    <a:pt x="701" y="58"/>
                  </a:cubicBezTo>
                  <a:cubicBezTo>
                    <a:pt x="701" y="58"/>
                    <a:pt x="700" y="57"/>
                    <a:pt x="700" y="57"/>
                  </a:cubicBezTo>
                  <a:cubicBezTo>
                    <a:pt x="699" y="56"/>
                    <a:pt x="698" y="55"/>
                    <a:pt x="697" y="54"/>
                  </a:cubicBezTo>
                  <a:cubicBezTo>
                    <a:pt x="697" y="55"/>
                    <a:pt x="697" y="55"/>
                    <a:pt x="697" y="55"/>
                  </a:cubicBezTo>
                  <a:cubicBezTo>
                    <a:pt x="697" y="57"/>
                    <a:pt x="695" y="57"/>
                    <a:pt x="695" y="58"/>
                  </a:cubicBezTo>
                  <a:cubicBezTo>
                    <a:pt x="693" y="59"/>
                    <a:pt x="691" y="60"/>
                    <a:pt x="689" y="60"/>
                  </a:cubicBezTo>
                  <a:cubicBezTo>
                    <a:pt x="687" y="60"/>
                    <a:pt x="685" y="59"/>
                    <a:pt x="684" y="56"/>
                  </a:cubicBezTo>
                  <a:cubicBezTo>
                    <a:pt x="683" y="56"/>
                    <a:pt x="683" y="57"/>
                    <a:pt x="683" y="57"/>
                  </a:cubicBezTo>
                  <a:cubicBezTo>
                    <a:pt x="682" y="63"/>
                    <a:pt x="677" y="63"/>
                    <a:pt x="675" y="63"/>
                  </a:cubicBezTo>
                  <a:cubicBezTo>
                    <a:pt x="674" y="63"/>
                    <a:pt x="674" y="63"/>
                    <a:pt x="674" y="63"/>
                  </a:cubicBezTo>
                  <a:cubicBezTo>
                    <a:pt x="672" y="63"/>
                    <a:pt x="671" y="63"/>
                    <a:pt x="671" y="62"/>
                  </a:cubicBezTo>
                  <a:cubicBezTo>
                    <a:pt x="671" y="62"/>
                    <a:pt x="670" y="62"/>
                    <a:pt x="670" y="62"/>
                  </a:cubicBezTo>
                  <a:cubicBezTo>
                    <a:pt x="670" y="62"/>
                    <a:pt x="670" y="63"/>
                    <a:pt x="669" y="63"/>
                  </a:cubicBezTo>
                  <a:cubicBezTo>
                    <a:pt x="667" y="66"/>
                    <a:pt x="663" y="67"/>
                    <a:pt x="660" y="66"/>
                  </a:cubicBezTo>
                  <a:cubicBezTo>
                    <a:pt x="658" y="66"/>
                    <a:pt x="657" y="65"/>
                    <a:pt x="657" y="64"/>
                  </a:cubicBezTo>
                  <a:cubicBezTo>
                    <a:pt x="657" y="64"/>
                    <a:pt x="657" y="64"/>
                    <a:pt x="657" y="64"/>
                  </a:cubicBezTo>
                  <a:cubicBezTo>
                    <a:pt x="656" y="67"/>
                    <a:pt x="653" y="68"/>
                    <a:pt x="650" y="68"/>
                  </a:cubicBezTo>
                  <a:cubicBezTo>
                    <a:pt x="649" y="68"/>
                    <a:pt x="648" y="68"/>
                    <a:pt x="647" y="68"/>
                  </a:cubicBezTo>
                  <a:cubicBezTo>
                    <a:pt x="645" y="68"/>
                    <a:pt x="645" y="67"/>
                    <a:pt x="644" y="66"/>
                  </a:cubicBezTo>
                  <a:cubicBezTo>
                    <a:pt x="644" y="66"/>
                    <a:pt x="644" y="66"/>
                    <a:pt x="644" y="66"/>
                  </a:cubicBezTo>
                  <a:cubicBezTo>
                    <a:pt x="644" y="66"/>
                    <a:pt x="644" y="66"/>
                    <a:pt x="644" y="66"/>
                  </a:cubicBezTo>
                  <a:cubicBezTo>
                    <a:pt x="643" y="69"/>
                    <a:pt x="639" y="70"/>
                    <a:pt x="637" y="70"/>
                  </a:cubicBezTo>
                  <a:cubicBezTo>
                    <a:pt x="637" y="70"/>
                    <a:pt x="636" y="70"/>
                    <a:pt x="636" y="70"/>
                  </a:cubicBezTo>
                  <a:cubicBezTo>
                    <a:pt x="636" y="70"/>
                    <a:pt x="636" y="70"/>
                    <a:pt x="636" y="70"/>
                  </a:cubicBezTo>
                  <a:cubicBezTo>
                    <a:pt x="634" y="70"/>
                    <a:pt x="633" y="69"/>
                    <a:pt x="633" y="69"/>
                  </a:cubicBezTo>
                  <a:cubicBezTo>
                    <a:pt x="632" y="68"/>
                    <a:pt x="632" y="68"/>
                    <a:pt x="632" y="67"/>
                  </a:cubicBezTo>
                  <a:cubicBezTo>
                    <a:pt x="630" y="69"/>
                    <a:pt x="627" y="71"/>
                    <a:pt x="622" y="71"/>
                  </a:cubicBezTo>
                  <a:cubicBezTo>
                    <a:pt x="620" y="71"/>
                    <a:pt x="618" y="70"/>
                    <a:pt x="616" y="69"/>
                  </a:cubicBezTo>
                  <a:cubicBezTo>
                    <a:pt x="615" y="67"/>
                    <a:pt x="615" y="65"/>
                    <a:pt x="616" y="63"/>
                  </a:cubicBezTo>
                  <a:cubicBezTo>
                    <a:pt x="616" y="62"/>
                    <a:pt x="617" y="61"/>
                    <a:pt x="617" y="61"/>
                  </a:cubicBezTo>
                  <a:cubicBezTo>
                    <a:pt x="617" y="60"/>
                    <a:pt x="617" y="60"/>
                    <a:pt x="618" y="60"/>
                  </a:cubicBezTo>
                  <a:cubicBezTo>
                    <a:pt x="618" y="60"/>
                    <a:pt x="618" y="60"/>
                    <a:pt x="618" y="60"/>
                  </a:cubicBezTo>
                  <a:cubicBezTo>
                    <a:pt x="616" y="61"/>
                    <a:pt x="615" y="61"/>
                    <a:pt x="613" y="61"/>
                  </a:cubicBezTo>
                  <a:cubicBezTo>
                    <a:pt x="612" y="61"/>
                    <a:pt x="611" y="61"/>
                    <a:pt x="610" y="61"/>
                  </a:cubicBezTo>
                  <a:cubicBezTo>
                    <a:pt x="610" y="62"/>
                    <a:pt x="610" y="63"/>
                    <a:pt x="609" y="64"/>
                  </a:cubicBezTo>
                  <a:cubicBezTo>
                    <a:pt x="608" y="65"/>
                    <a:pt x="607" y="65"/>
                    <a:pt x="606" y="66"/>
                  </a:cubicBezTo>
                  <a:cubicBezTo>
                    <a:pt x="595" y="67"/>
                    <a:pt x="585" y="67"/>
                    <a:pt x="576" y="67"/>
                  </a:cubicBezTo>
                  <a:cubicBezTo>
                    <a:pt x="576" y="67"/>
                    <a:pt x="576" y="67"/>
                    <a:pt x="576" y="67"/>
                  </a:cubicBezTo>
                  <a:cubicBezTo>
                    <a:pt x="572" y="67"/>
                    <a:pt x="570" y="66"/>
                    <a:pt x="568" y="65"/>
                  </a:cubicBezTo>
                  <a:cubicBezTo>
                    <a:pt x="568" y="65"/>
                    <a:pt x="567" y="64"/>
                    <a:pt x="567" y="64"/>
                  </a:cubicBezTo>
                  <a:cubicBezTo>
                    <a:pt x="566" y="64"/>
                    <a:pt x="566" y="64"/>
                    <a:pt x="566" y="64"/>
                  </a:cubicBezTo>
                  <a:cubicBezTo>
                    <a:pt x="566" y="64"/>
                    <a:pt x="566" y="64"/>
                    <a:pt x="565" y="64"/>
                  </a:cubicBezTo>
                  <a:cubicBezTo>
                    <a:pt x="565" y="65"/>
                    <a:pt x="564" y="67"/>
                    <a:pt x="562" y="67"/>
                  </a:cubicBezTo>
                  <a:cubicBezTo>
                    <a:pt x="561" y="67"/>
                    <a:pt x="560" y="67"/>
                    <a:pt x="559" y="67"/>
                  </a:cubicBezTo>
                  <a:cubicBezTo>
                    <a:pt x="558" y="67"/>
                    <a:pt x="557" y="67"/>
                    <a:pt x="556" y="67"/>
                  </a:cubicBezTo>
                  <a:cubicBezTo>
                    <a:pt x="554" y="67"/>
                    <a:pt x="551" y="67"/>
                    <a:pt x="549" y="65"/>
                  </a:cubicBezTo>
                  <a:cubicBezTo>
                    <a:pt x="547" y="64"/>
                    <a:pt x="547" y="64"/>
                    <a:pt x="547" y="64"/>
                  </a:cubicBezTo>
                  <a:cubicBezTo>
                    <a:pt x="540" y="58"/>
                    <a:pt x="532" y="52"/>
                    <a:pt x="530" y="40"/>
                  </a:cubicBezTo>
                  <a:cubicBezTo>
                    <a:pt x="530" y="39"/>
                    <a:pt x="530" y="38"/>
                    <a:pt x="530" y="37"/>
                  </a:cubicBezTo>
                  <a:cubicBezTo>
                    <a:pt x="529" y="34"/>
                    <a:pt x="528" y="30"/>
                    <a:pt x="530" y="26"/>
                  </a:cubicBezTo>
                  <a:cubicBezTo>
                    <a:pt x="529" y="24"/>
                    <a:pt x="529" y="22"/>
                    <a:pt x="529" y="20"/>
                  </a:cubicBezTo>
                  <a:cubicBezTo>
                    <a:pt x="529" y="19"/>
                    <a:pt x="529" y="19"/>
                    <a:pt x="529" y="18"/>
                  </a:cubicBezTo>
                  <a:cubicBezTo>
                    <a:pt x="529" y="18"/>
                    <a:pt x="529" y="18"/>
                    <a:pt x="529" y="18"/>
                  </a:cubicBezTo>
                  <a:cubicBezTo>
                    <a:pt x="528" y="18"/>
                    <a:pt x="527" y="17"/>
                    <a:pt x="526" y="16"/>
                  </a:cubicBezTo>
                  <a:cubicBezTo>
                    <a:pt x="526" y="17"/>
                    <a:pt x="525" y="17"/>
                    <a:pt x="525" y="17"/>
                  </a:cubicBezTo>
                  <a:cubicBezTo>
                    <a:pt x="522" y="19"/>
                    <a:pt x="520" y="17"/>
                    <a:pt x="519" y="17"/>
                  </a:cubicBezTo>
                  <a:cubicBezTo>
                    <a:pt x="518" y="16"/>
                    <a:pt x="518" y="15"/>
                    <a:pt x="518" y="15"/>
                  </a:cubicBezTo>
                  <a:cubicBezTo>
                    <a:pt x="517" y="14"/>
                    <a:pt x="517" y="14"/>
                    <a:pt x="517" y="14"/>
                  </a:cubicBezTo>
                  <a:cubicBezTo>
                    <a:pt x="516" y="14"/>
                    <a:pt x="514" y="14"/>
                    <a:pt x="512" y="12"/>
                  </a:cubicBezTo>
                  <a:cubicBezTo>
                    <a:pt x="511" y="11"/>
                    <a:pt x="511" y="9"/>
                    <a:pt x="511" y="8"/>
                  </a:cubicBezTo>
                  <a:cubicBezTo>
                    <a:pt x="511" y="7"/>
                    <a:pt x="511" y="7"/>
                    <a:pt x="509" y="6"/>
                  </a:cubicBezTo>
                  <a:cubicBezTo>
                    <a:pt x="509" y="6"/>
                    <a:pt x="508" y="5"/>
                    <a:pt x="507" y="7"/>
                  </a:cubicBezTo>
                  <a:cubicBezTo>
                    <a:pt x="505" y="9"/>
                    <a:pt x="504" y="11"/>
                    <a:pt x="505" y="14"/>
                  </a:cubicBezTo>
                  <a:cubicBezTo>
                    <a:pt x="506" y="16"/>
                    <a:pt x="507" y="19"/>
                    <a:pt x="508" y="21"/>
                  </a:cubicBezTo>
                  <a:cubicBezTo>
                    <a:pt x="508" y="22"/>
                    <a:pt x="509" y="24"/>
                    <a:pt x="507" y="26"/>
                  </a:cubicBezTo>
                  <a:cubicBezTo>
                    <a:pt x="507" y="26"/>
                    <a:pt x="506" y="27"/>
                    <a:pt x="504" y="27"/>
                  </a:cubicBezTo>
                  <a:cubicBezTo>
                    <a:pt x="504" y="30"/>
                    <a:pt x="503" y="32"/>
                    <a:pt x="499" y="32"/>
                  </a:cubicBezTo>
                  <a:cubicBezTo>
                    <a:pt x="498" y="32"/>
                    <a:pt x="497" y="32"/>
                    <a:pt x="496" y="32"/>
                  </a:cubicBezTo>
                  <a:cubicBezTo>
                    <a:pt x="495" y="32"/>
                    <a:pt x="494" y="33"/>
                    <a:pt x="492" y="33"/>
                  </a:cubicBezTo>
                  <a:cubicBezTo>
                    <a:pt x="456" y="32"/>
                    <a:pt x="420" y="32"/>
                    <a:pt x="384" y="32"/>
                  </a:cubicBezTo>
                  <a:cubicBezTo>
                    <a:pt x="329" y="33"/>
                    <a:pt x="275" y="33"/>
                    <a:pt x="220" y="32"/>
                  </a:cubicBezTo>
                  <a:cubicBezTo>
                    <a:pt x="220" y="32"/>
                    <a:pt x="219" y="33"/>
                    <a:pt x="218" y="33"/>
                  </a:cubicBezTo>
                  <a:cubicBezTo>
                    <a:pt x="217" y="33"/>
                    <a:pt x="215" y="33"/>
                    <a:pt x="214" y="33"/>
                  </a:cubicBezTo>
                  <a:cubicBezTo>
                    <a:pt x="210" y="33"/>
                    <a:pt x="208" y="31"/>
                    <a:pt x="207" y="28"/>
                  </a:cubicBezTo>
                  <a:cubicBezTo>
                    <a:pt x="205" y="27"/>
                    <a:pt x="205" y="27"/>
                    <a:pt x="204" y="26"/>
                  </a:cubicBezTo>
                  <a:cubicBezTo>
                    <a:pt x="203" y="24"/>
                    <a:pt x="204" y="22"/>
                    <a:pt x="204" y="21"/>
                  </a:cubicBezTo>
                  <a:cubicBezTo>
                    <a:pt x="204" y="20"/>
                    <a:pt x="204" y="20"/>
                    <a:pt x="204" y="20"/>
                  </a:cubicBezTo>
                  <a:cubicBezTo>
                    <a:pt x="205" y="18"/>
                    <a:pt x="205" y="17"/>
                    <a:pt x="206" y="15"/>
                  </a:cubicBezTo>
                  <a:cubicBezTo>
                    <a:pt x="206" y="15"/>
                    <a:pt x="206" y="14"/>
                    <a:pt x="206" y="14"/>
                  </a:cubicBezTo>
                  <a:cubicBezTo>
                    <a:pt x="207" y="12"/>
                    <a:pt x="206" y="8"/>
                    <a:pt x="204" y="7"/>
                  </a:cubicBezTo>
                  <a:cubicBezTo>
                    <a:pt x="203" y="6"/>
                    <a:pt x="202" y="6"/>
                    <a:pt x="202" y="6"/>
                  </a:cubicBezTo>
                  <a:cubicBezTo>
                    <a:pt x="201" y="6"/>
                    <a:pt x="201" y="6"/>
                    <a:pt x="201" y="6"/>
                  </a:cubicBezTo>
                  <a:cubicBezTo>
                    <a:pt x="200" y="11"/>
                    <a:pt x="198" y="14"/>
                    <a:pt x="194" y="15"/>
                  </a:cubicBezTo>
                  <a:cubicBezTo>
                    <a:pt x="194" y="15"/>
                    <a:pt x="194" y="16"/>
                    <a:pt x="194" y="16"/>
                  </a:cubicBezTo>
                  <a:cubicBezTo>
                    <a:pt x="193" y="16"/>
                    <a:pt x="193" y="16"/>
                    <a:pt x="193" y="16"/>
                  </a:cubicBezTo>
                  <a:cubicBezTo>
                    <a:pt x="192" y="17"/>
                    <a:pt x="190" y="19"/>
                    <a:pt x="187" y="18"/>
                  </a:cubicBezTo>
                  <a:cubicBezTo>
                    <a:pt x="186" y="18"/>
                    <a:pt x="186" y="17"/>
                    <a:pt x="185" y="17"/>
                  </a:cubicBezTo>
                  <a:cubicBezTo>
                    <a:pt x="185" y="17"/>
                    <a:pt x="184" y="17"/>
                    <a:pt x="184" y="17"/>
                  </a:cubicBezTo>
                  <a:cubicBezTo>
                    <a:pt x="183" y="18"/>
                    <a:pt x="183" y="18"/>
                    <a:pt x="183" y="20"/>
                  </a:cubicBezTo>
                  <a:cubicBezTo>
                    <a:pt x="183" y="21"/>
                    <a:pt x="183" y="22"/>
                    <a:pt x="182" y="23"/>
                  </a:cubicBezTo>
                  <a:cubicBezTo>
                    <a:pt x="181" y="25"/>
                    <a:pt x="181" y="26"/>
                    <a:pt x="182" y="28"/>
                  </a:cubicBezTo>
                  <a:cubicBezTo>
                    <a:pt x="182" y="29"/>
                    <a:pt x="182" y="30"/>
                    <a:pt x="182" y="30"/>
                  </a:cubicBezTo>
                  <a:cubicBezTo>
                    <a:pt x="183" y="35"/>
                    <a:pt x="182" y="38"/>
                    <a:pt x="181" y="42"/>
                  </a:cubicBezTo>
                  <a:cubicBezTo>
                    <a:pt x="180" y="43"/>
                    <a:pt x="180" y="45"/>
                    <a:pt x="180" y="47"/>
                  </a:cubicBezTo>
                  <a:cubicBezTo>
                    <a:pt x="179" y="48"/>
                    <a:pt x="178" y="49"/>
                    <a:pt x="178" y="50"/>
                  </a:cubicBezTo>
                  <a:cubicBezTo>
                    <a:pt x="177" y="51"/>
                    <a:pt x="177" y="51"/>
                    <a:pt x="177" y="51"/>
                  </a:cubicBezTo>
                  <a:cubicBezTo>
                    <a:pt x="174" y="54"/>
                    <a:pt x="171" y="58"/>
                    <a:pt x="167" y="62"/>
                  </a:cubicBezTo>
                  <a:cubicBezTo>
                    <a:pt x="163" y="65"/>
                    <a:pt x="158" y="67"/>
                    <a:pt x="152" y="67"/>
                  </a:cubicBezTo>
                  <a:cubicBezTo>
                    <a:pt x="152" y="67"/>
                    <a:pt x="152" y="67"/>
                    <a:pt x="152" y="67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51" y="67"/>
                    <a:pt x="151" y="67"/>
                    <a:pt x="151" y="67"/>
                  </a:cubicBezTo>
                  <a:cubicBezTo>
                    <a:pt x="150" y="67"/>
                    <a:pt x="147" y="67"/>
                    <a:pt x="146" y="65"/>
                  </a:cubicBezTo>
                  <a:cubicBezTo>
                    <a:pt x="144" y="66"/>
                    <a:pt x="143" y="66"/>
                    <a:pt x="142" y="65"/>
                  </a:cubicBezTo>
                  <a:cubicBezTo>
                    <a:pt x="141" y="67"/>
                    <a:pt x="140" y="68"/>
                    <a:pt x="137" y="68"/>
                  </a:cubicBezTo>
                  <a:cubicBezTo>
                    <a:pt x="127" y="67"/>
                    <a:pt x="127" y="67"/>
                    <a:pt x="127" y="67"/>
                  </a:cubicBezTo>
                  <a:cubicBezTo>
                    <a:pt x="121" y="67"/>
                    <a:pt x="115" y="67"/>
                    <a:pt x="108" y="66"/>
                  </a:cubicBezTo>
                  <a:cubicBezTo>
                    <a:pt x="108" y="66"/>
                    <a:pt x="106" y="66"/>
                    <a:pt x="105" y="65"/>
                  </a:cubicBezTo>
                  <a:cubicBezTo>
                    <a:pt x="104" y="64"/>
                    <a:pt x="104" y="62"/>
                    <a:pt x="104" y="61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3" y="62"/>
                    <a:pt x="101" y="62"/>
                    <a:pt x="100" y="62"/>
                  </a:cubicBezTo>
                  <a:cubicBezTo>
                    <a:pt x="98" y="62"/>
                    <a:pt x="97" y="61"/>
                    <a:pt x="96" y="60"/>
                  </a:cubicBezTo>
                  <a:cubicBezTo>
                    <a:pt x="96" y="60"/>
                    <a:pt x="96" y="60"/>
                    <a:pt x="96" y="60"/>
                  </a:cubicBezTo>
                  <a:cubicBezTo>
                    <a:pt x="96" y="61"/>
                    <a:pt x="96" y="62"/>
                    <a:pt x="97" y="63"/>
                  </a:cubicBezTo>
                  <a:cubicBezTo>
                    <a:pt x="97" y="64"/>
                    <a:pt x="97" y="65"/>
                    <a:pt x="97" y="66"/>
                  </a:cubicBezTo>
                  <a:cubicBezTo>
                    <a:pt x="98" y="68"/>
                    <a:pt x="97" y="70"/>
                    <a:pt x="96" y="71"/>
                  </a:cubicBezTo>
                  <a:cubicBezTo>
                    <a:pt x="95" y="71"/>
                    <a:pt x="94" y="71"/>
                    <a:pt x="93" y="71"/>
                  </a:cubicBezTo>
                  <a:cubicBezTo>
                    <a:pt x="90" y="71"/>
                    <a:pt x="84" y="70"/>
                    <a:pt x="82" y="68"/>
                  </a:cubicBezTo>
                  <a:cubicBezTo>
                    <a:pt x="82" y="68"/>
                    <a:pt x="81" y="67"/>
                    <a:pt x="81" y="67"/>
                  </a:cubicBezTo>
                  <a:cubicBezTo>
                    <a:pt x="81" y="67"/>
                    <a:pt x="81" y="68"/>
                    <a:pt x="80" y="68"/>
                  </a:cubicBezTo>
                  <a:cubicBezTo>
                    <a:pt x="79" y="70"/>
                    <a:pt x="77" y="70"/>
                    <a:pt x="74" y="69"/>
                  </a:cubicBezTo>
                  <a:cubicBezTo>
                    <a:pt x="72" y="69"/>
                    <a:pt x="71" y="67"/>
                    <a:pt x="70" y="66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8" y="68"/>
                    <a:pt x="66" y="68"/>
                    <a:pt x="64" y="68"/>
                  </a:cubicBezTo>
                  <a:cubicBezTo>
                    <a:pt x="60" y="68"/>
                    <a:pt x="58" y="65"/>
                    <a:pt x="57" y="63"/>
                  </a:cubicBezTo>
                  <a:cubicBezTo>
                    <a:pt x="57" y="63"/>
                    <a:pt x="57" y="63"/>
                    <a:pt x="57" y="63"/>
                  </a:cubicBezTo>
                  <a:cubicBezTo>
                    <a:pt x="57" y="63"/>
                    <a:pt x="57" y="64"/>
                    <a:pt x="56" y="64"/>
                  </a:cubicBezTo>
                  <a:cubicBezTo>
                    <a:pt x="56" y="65"/>
                    <a:pt x="55" y="66"/>
                    <a:pt x="53" y="66"/>
                  </a:cubicBezTo>
                  <a:cubicBezTo>
                    <a:pt x="52" y="66"/>
                    <a:pt x="52" y="66"/>
                    <a:pt x="52" y="66"/>
                  </a:cubicBezTo>
                  <a:cubicBezTo>
                    <a:pt x="49" y="66"/>
                    <a:pt x="47" y="65"/>
                    <a:pt x="46" y="62"/>
                  </a:cubicBezTo>
                  <a:cubicBezTo>
                    <a:pt x="46" y="61"/>
                    <a:pt x="46" y="61"/>
                    <a:pt x="45" y="61"/>
                  </a:cubicBezTo>
                  <a:cubicBezTo>
                    <a:pt x="44" y="63"/>
                    <a:pt x="42" y="64"/>
                    <a:pt x="37" y="62"/>
                  </a:cubicBezTo>
                  <a:cubicBezTo>
                    <a:pt x="35" y="61"/>
                    <a:pt x="35" y="60"/>
                    <a:pt x="34" y="59"/>
                  </a:cubicBezTo>
                  <a:cubicBezTo>
                    <a:pt x="34" y="58"/>
                    <a:pt x="34" y="58"/>
                    <a:pt x="33" y="57"/>
                  </a:cubicBezTo>
                  <a:cubicBezTo>
                    <a:pt x="33" y="58"/>
                    <a:pt x="33" y="58"/>
                    <a:pt x="32" y="59"/>
                  </a:cubicBezTo>
                  <a:cubicBezTo>
                    <a:pt x="32" y="59"/>
                    <a:pt x="31" y="60"/>
                    <a:pt x="30" y="60"/>
                  </a:cubicBezTo>
                  <a:cubicBezTo>
                    <a:pt x="28" y="60"/>
                    <a:pt x="27" y="60"/>
                    <a:pt x="25" y="59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3" y="58"/>
                    <a:pt x="22" y="58"/>
                    <a:pt x="22" y="58"/>
                  </a:cubicBezTo>
                  <a:cubicBezTo>
                    <a:pt x="21" y="58"/>
                    <a:pt x="19" y="57"/>
                    <a:pt x="19" y="55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19" y="53"/>
                    <a:pt x="19" y="53"/>
                    <a:pt x="19" y="53"/>
                  </a:cubicBezTo>
                  <a:cubicBezTo>
                    <a:pt x="19" y="53"/>
                    <a:pt x="19" y="53"/>
                    <a:pt x="18" y="53"/>
                  </a:cubicBezTo>
                  <a:cubicBezTo>
                    <a:pt x="18" y="56"/>
                    <a:pt x="15" y="57"/>
                    <a:pt x="14" y="58"/>
                  </a:cubicBezTo>
                  <a:cubicBezTo>
                    <a:pt x="13" y="58"/>
                    <a:pt x="12" y="59"/>
                    <a:pt x="12" y="59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2" y="62"/>
                    <a:pt x="12" y="64"/>
                    <a:pt x="11" y="65"/>
                  </a:cubicBezTo>
                  <a:cubicBezTo>
                    <a:pt x="11" y="66"/>
                    <a:pt x="9" y="67"/>
                    <a:pt x="6" y="67"/>
                  </a:cubicBezTo>
                  <a:cubicBezTo>
                    <a:pt x="7" y="69"/>
                    <a:pt x="8" y="69"/>
                    <a:pt x="9" y="70"/>
                  </a:cubicBezTo>
                  <a:cubicBezTo>
                    <a:pt x="12" y="71"/>
                    <a:pt x="16" y="73"/>
                    <a:pt x="19" y="75"/>
                  </a:cubicBezTo>
                  <a:cubicBezTo>
                    <a:pt x="23" y="77"/>
                    <a:pt x="27" y="79"/>
                    <a:pt x="32" y="81"/>
                  </a:cubicBezTo>
                  <a:cubicBezTo>
                    <a:pt x="35" y="82"/>
                    <a:pt x="35" y="84"/>
                    <a:pt x="35" y="85"/>
                  </a:cubicBezTo>
                  <a:cubicBezTo>
                    <a:pt x="35" y="85"/>
                    <a:pt x="35" y="86"/>
                    <a:pt x="35" y="86"/>
                  </a:cubicBezTo>
                  <a:cubicBezTo>
                    <a:pt x="35" y="86"/>
                    <a:pt x="36" y="86"/>
                    <a:pt x="37" y="86"/>
                  </a:cubicBezTo>
                  <a:cubicBezTo>
                    <a:pt x="37" y="86"/>
                    <a:pt x="37" y="86"/>
                    <a:pt x="37" y="86"/>
                  </a:cubicBezTo>
                  <a:cubicBezTo>
                    <a:pt x="41" y="86"/>
                    <a:pt x="42" y="89"/>
                    <a:pt x="42" y="90"/>
                  </a:cubicBezTo>
                  <a:cubicBezTo>
                    <a:pt x="42" y="90"/>
                    <a:pt x="42" y="90"/>
                    <a:pt x="42" y="90"/>
                  </a:cubicBezTo>
                  <a:cubicBezTo>
                    <a:pt x="43" y="90"/>
                    <a:pt x="43" y="90"/>
                    <a:pt x="43" y="90"/>
                  </a:cubicBezTo>
                  <a:cubicBezTo>
                    <a:pt x="43" y="90"/>
                    <a:pt x="44" y="90"/>
                    <a:pt x="44" y="90"/>
                  </a:cubicBezTo>
                  <a:cubicBezTo>
                    <a:pt x="45" y="91"/>
                    <a:pt x="47" y="91"/>
                    <a:pt x="47" y="93"/>
                  </a:cubicBezTo>
                  <a:cubicBezTo>
                    <a:pt x="48" y="95"/>
                    <a:pt x="49" y="95"/>
                    <a:pt x="51" y="96"/>
                  </a:cubicBezTo>
                  <a:cubicBezTo>
                    <a:pt x="53" y="97"/>
                    <a:pt x="55" y="97"/>
                    <a:pt x="56" y="99"/>
                  </a:cubicBezTo>
                  <a:cubicBezTo>
                    <a:pt x="59" y="100"/>
                    <a:pt x="60" y="102"/>
                    <a:pt x="60" y="103"/>
                  </a:cubicBezTo>
                  <a:cubicBezTo>
                    <a:pt x="60" y="103"/>
                    <a:pt x="61" y="103"/>
                    <a:pt x="61" y="103"/>
                  </a:cubicBezTo>
                  <a:cubicBezTo>
                    <a:pt x="64" y="103"/>
                    <a:pt x="65" y="104"/>
                    <a:pt x="65" y="106"/>
                  </a:cubicBezTo>
                  <a:cubicBezTo>
                    <a:pt x="65" y="106"/>
                    <a:pt x="65" y="106"/>
                    <a:pt x="67" y="106"/>
                  </a:cubicBezTo>
                  <a:cubicBezTo>
                    <a:pt x="68" y="107"/>
                    <a:pt x="70" y="108"/>
                    <a:pt x="71" y="110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2B21E5AE-396B-40AF-9CF4-4FAA027651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7" y="1938"/>
              <a:ext cx="130" cy="183"/>
            </a:xfrm>
            <a:custGeom>
              <a:avLst/>
              <a:gdLst>
                <a:gd name="T0" fmla="*/ 62 w 76"/>
                <a:gd name="T1" fmla="*/ 8 h 106"/>
                <a:gd name="T2" fmla="*/ 73 w 76"/>
                <a:gd name="T3" fmla="*/ 32 h 106"/>
                <a:gd name="T4" fmla="*/ 70 w 76"/>
                <a:gd name="T5" fmla="*/ 32 h 106"/>
                <a:gd name="T6" fmla="*/ 60 w 76"/>
                <a:gd name="T7" fmla="*/ 11 h 106"/>
                <a:gd name="T8" fmla="*/ 37 w 76"/>
                <a:gd name="T9" fmla="*/ 3 h 106"/>
                <a:gd name="T10" fmla="*/ 14 w 76"/>
                <a:gd name="T11" fmla="*/ 9 h 106"/>
                <a:gd name="T12" fmla="*/ 5 w 76"/>
                <a:gd name="T13" fmla="*/ 25 h 106"/>
                <a:gd name="T14" fmla="*/ 17 w 76"/>
                <a:gd name="T15" fmla="*/ 41 h 106"/>
                <a:gd name="T16" fmla="*/ 38 w 76"/>
                <a:gd name="T17" fmla="*/ 48 h 106"/>
                <a:gd name="T18" fmla="*/ 64 w 76"/>
                <a:gd name="T19" fmla="*/ 57 h 106"/>
                <a:gd name="T20" fmla="*/ 76 w 76"/>
                <a:gd name="T21" fmla="*/ 78 h 106"/>
                <a:gd name="T22" fmla="*/ 65 w 76"/>
                <a:gd name="T23" fmla="*/ 99 h 106"/>
                <a:gd name="T24" fmla="*/ 38 w 76"/>
                <a:gd name="T25" fmla="*/ 106 h 106"/>
                <a:gd name="T26" fmla="*/ 12 w 76"/>
                <a:gd name="T27" fmla="*/ 97 h 106"/>
                <a:gd name="T28" fmla="*/ 0 w 76"/>
                <a:gd name="T29" fmla="*/ 70 h 106"/>
                <a:gd name="T30" fmla="*/ 3 w 76"/>
                <a:gd name="T31" fmla="*/ 70 h 106"/>
                <a:gd name="T32" fmla="*/ 14 w 76"/>
                <a:gd name="T33" fmla="*/ 94 h 106"/>
                <a:gd name="T34" fmla="*/ 38 w 76"/>
                <a:gd name="T35" fmla="*/ 102 h 106"/>
                <a:gd name="T36" fmla="*/ 63 w 76"/>
                <a:gd name="T37" fmla="*/ 96 h 106"/>
                <a:gd name="T38" fmla="*/ 72 w 76"/>
                <a:gd name="T39" fmla="*/ 78 h 106"/>
                <a:gd name="T40" fmla="*/ 61 w 76"/>
                <a:gd name="T41" fmla="*/ 60 h 106"/>
                <a:gd name="T42" fmla="*/ 37 w 76"/>
                <a:gd name="T43" fmla="*/ 51 h 106"/>
                <a:gd name="T44" fmla="*/ 14 w 76"/>
                <a:gd name="T45" fmla="*/ 44 h 106"/>
                <a:gd name="T46" fmla="*/ 2 w 76"/>
                <a:gd name="T47" fmla="*/ 25 h 106"/>
                <a:gd name="T48" fmla="*/ 13 w 76"/>
                <a:gd name="T49" fmla="*/ 6 h 106"/>
                <a:gd name="T50" fmla="*/ 37 w 76"/>
                <a:gd name="T51" fmla="*/ 0 h 106"/>
                <a:gd name="T52" fmla="*/ 62 w 76"/>
                <a:gd name="T5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6" h="106">
                  <a:moveTo>
                    <a:pt x="62" y="8"/>
                  </a:moveTo>
                  <a:cubicBezTo>
                    <a:pt x="69" y="14"/>
                    <a:pt x="72" y="22"/>
                    <a:pt x="73" y="32"/>
                  </a:cubicBezTo>
                  <a:cubicBezTo>
                    <a:pt x="70" y="32"/>
                    <a:pt x="70" y="32"/>
                    <a:pt x="70" y="32"/>
                  </a:cubicBezTo>
                  <a:cubicBezTo>
                    <a:pt x="69" y="23"/>
                    <a:pt x="66" y="16"/>
                    <a:pt x="60" y="11"/>
                  </a:cubicBezTo>
                  <a:cubicBezTo>
                    <a:pt x="55" y="6"/>
                    <a:pt x="47" y="3"/>
                    <a:pt x="37" y="3"/>
                  </a:cubicBezTo>
                  <a:cubicBezTo>
                    <a:pt x="27" y="3"/>
                    <a:pt x="20" y="5"/>
                    <a:pt x="14" y="9"/>
                  </a:cubicBezTo>
                  <a:cubicBezTo>
                    <a:pt x="8" y="12"/>
                    <a:pt x="5" y="18"/>
                    <a:pt x="5" y="25"/>
                  </a:cubicBezTo>
                  <a:cubicBezTo>
                    <a:pt x="5" y="32"/>
                    <a:pt x="9" y="37"/>
                    <a:pt x="17" y="41"/>
                  </a:cubicBezTo>
                  <a:cubicBezTo>
                    <a:pt x="20" y="43"/>
                    <a:pt x="27" y="45"/>
                    <a:pt x="38" y="48"/>
                  </a:cubicBezTo>
                  <a:cubicBezTo>
                    <a:pt x="50" y="51"/>
                    <a:pt x="59" y="54"/>
                    <a:pt x="64" y="57"/>
                  </a:cubicBezTo>
                  <a:cubicBezTo>
                    <a:pt x="72" y="62"/>
                    <a:pt x="76" y="69"/>
                    <a:pt x="76" y="78"/>
                  </a:cubicBezTo>
                  <a:cubicBezTo>
                    <a:pt x="76" y="87"/>
                    <a:pt x="72" y="94"/>
                    <a:pt x="65" y="99"/>
                  </a:cubicBezTo>
                  <a:cubicBezTo>
                    <a:pt x="58" y="103"/>
                    <a:pt x="49" y="106"/>
                    <a:pt x="38" y="106"/>
                  </a:cubicBezTo>
                  <a:cubicBezTo>
                    <a:pt x="27" y="106"/>
                    <a:pt x="18" y="103"/>
                    <a:pt x="12" y="97"/>
                  </a:cubicBezTo>
                  <a:cubicBezTo>
                    <a:pt x="5" y="91"/>
                    <a:pt x="1" y="82"/>
                    <a:pt x="0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4" y="81"/>
                    <a:pt x="8" y="89"/>
                    <a:pt x="14" y="94"/>
                  </a:cubicBezTo>
                  <a:cubicBezTo>
                    <a:pt x="20" y="100"/>
                    <a:pt x="28" y="102"/>
                    <a:pt x="38" y="102"/>
                  </a:cubicBezTo>
                  <a:cubicBezTo>
                    <a:pt x="48" y="102"/>
                    <a:pt x="56" y="100"/>
                    <a:pt x="63" y="96"/>
                  </a:cubicBezTo>
                  <a:cubicBezTo>
                    <a:pt x="69" y="91"/>
                    <a:pt x="72" y="86"/>
                    <a:pt x="72" y="78"/>
                  </a:cubicBezTo>
                  <a:cubicBezTo>
                    <a:pt x="72" y="70"/>
                    <a:pt x="69" y="64"/>
                    <a:pt x="61" y="60"/>
                  </a:cubicBezTo>
                  <a:cubicBezTo>
                    <a:pt x="57" y="57"/>
                    <a:pt x="49" y="54"/>
                    <a:pt x="37" y="51"/>
                  </a:cubicBezTo>
                  <a:cubicBezTo>
                    <a:pt x="25" y="48"/>
                    <a:pt x="18" y="46"/>
                    <a:pt x="14" y="44"/>
                  </a:cubicBezTo>
                  <a:cubicBezTo>
                    <a:pt x="6" y="39"/>
                    <a:pt x="2" y="33"/>
                    <a:pt x="2" y="25"/>
                  </a:cubicBezTo>
                  <a:cubicBezTo>
                    <a:pt x="2" y="17"/>
                    <a:pt x="6" y="10"/>
                    <a:pt x="13" y="6"/>
                  </a:cubicBezTo>
                  <a:cubicBezTo>
                    <a:pt x="19" y="2"/>
                    <a:pt x="27" y="0"/>
                    <a:pt x="37" y="0"/>
                  </a:cubicBezTo>
                  <a:cubicBezTo>
                    <a:pt x="48" y="0"/>
                    <a:pt x="56" y="3"/>
                    <a:pt x="62" y="8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FC456ECE-DD6A-4619-93C4-2C06F19313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9" y="1942"/>
              <a:ext cx="96" cy="179"/>
            </a:xfrm>
            <a:custGeom>
              <a:avLst/>
              <a:gdLst>
                <a:gd name="T0" fmla="*/ 53 w 56"/>
                <a:gd name="T1" fmla="*/ 0 h 104"/>
                <a:gd name="T2" fmla="*/ 56 w 56"/>
                <a:gd name="T3" fmla="*/ 0 h 104"/>
                <a:gd name="T4" fmla="*/ 56 w 56"/>
                <a:gd name="T5" fmla="*/ 70 h 104"/>
                <a:gd name="T6" fmla="*/ 50 w 56"/>
                <a:gd name="T7" fmla="*/ 94 h 104"/>
                <a:gd name="T8" fmla="*/ 27 w 56"/>
                <a:gd name="T9" fmla="*/ 104 h 104"/>
                <a:gd name="T10" fmla="*/ 8 w 56"/>
                <a:gd name="T11" fmla="*/ 97 h 104"/>
                <a:gd name="T12" fmla="*/ 0 w 56"/>
                <a:gd name="T13" fmla="*/ 75 h 104"/>
                <a:gd name="T14" fmla="*/ 0 w 56"/>
                <a:gd name="T15" fmla="*/ 70 h 104"/>
                <a:gd name="T16" fmla="*/ 3 w 56"/>
                <a:gd name="T17" fmla="*/ 70 h 104"/>
                <a:gd name="T18" fmla="*/ 3 w 56"/>
                <a:gd name="T19" fmla="*/ 75 h 104"/>
                <a:gd name="T20" fmla="*/ 27 w 56"/>
                <a:gd name="T21" fmla="*/ 100 h 104"/>
                <a:gd name="T22" fmla="*/ 47 w 56"/>
                <a:gd name="T23" fmla="*/ 92 h 104"/>
                <a:gd name="T24" fmla="*/ 53 w 56"/>
                <a:gd name="T25" fmla="*/ 70 h 104"/>
                <a:gd name="T26" fmla="*/ 53 w 56"/>
                <a:gd name="T27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6" h="104">
                  <a:moveTo>
                    <a:pt x="53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6" y="80"/>
                    <a:pt x="54" y="88"/>
                    <a:pt x="50" y="94"/>
                  </a:cubicBezTo>
                  <a:cubicBezTo>
                    <a:pt x="45" y="100"/>
                    <a:pt x="37" y="104"/>
                    <a:pt x="27" y="104"/>
                  </a:cubicBezTo>
                  <a:cubicBezTo>
                    <a:pt x="19" y="104"/>
                    <a:pt x="12" y="101"/>
                    <a:pt x="8" y="97"/>
                  </a:cubicBezTo>
                  <a:cubicBezTo>
                    <a:pt x="2" y="92"/>
                    <a:pt x="0" y="84"/>
                    <a:pt x="0" y="75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3" y="75"/>
                    <a:pt x="3" y="75"/>
                    <a:pt x="3" y="75"/>
                  </a:cubicBezTo>
                  <a:cubicBezTo>
                    <a:pt x="3" y="92"/>
                    <a:pt x="11" y="100"/>
                    <a:pt x="27" y="100"/>
                  </a:cubicBezTo>
                  <a:cubicBezTo>
                    <a:pt x="36" y="100"/>
                    <a:pt x="43" y="97"/>
                    <a:pt x="47" y="92"/>
                  </a:cubicBezTo>
                  <a:cubicBezTo>
                    <a:pt x="51" y="87"/>
                    <a:pt x="53" y="80"/>
                    <a:pt x="53" y="70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517ABCCD-5B62-4773-BF0B-4B08A72ED8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9" y="1942"/>
              <a:ext cx="142" cy="175"/>
            </a:xfrm>
            <a:custGeom>
              <a:avLst/>
              <a:gdLst>
                <a:gd name="T0" fmla="*/ 0 w 142"/>
                <a:gd name="T1" fmla="*/ 0 h 175"/>
                <a:gd name="T2" fmla="*/ 142 w 142"/>
                <a:gd name="T3" fmla="*/ 0 h 175"/>
                <a:gd name="T4" fmla="*/ 142 w 142"/>
                <a:gd name="T5" fmla="*/ 5 h 175"/>
                <a:gd name="T6" fmla="*/ 73 w 142"/>
                <a:gd name="T7" fmla="*/ 5 h 175"/>
                <a:gd name="T8" fmla="*/ 73 w 142"/>
                <a:gd name="T9" fmla="*/ 175 h 175"/>
                <a:gd name="T10" fmla="*/ 68 w 142"/>
                <a:gd name="T11" fmla="*/ 175 h 175"/>
                <a:gd name="T12" fmla="*/ 68 w 142"/>
                <a:gd name="T13" fmla="*/ 5 h 175"/>
                <a:gd name="T14" fmla="*/ 0 w 142"/>
                <a:gd name="T15" fmla="*/ 5 h 175"/>
                <a:gd name="T16" fmla="*/ 0 w 142"/>
                <a:gd name="T17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2" h="175">
                  <a:moveTo>
                    <a:pt x="0" y="0"/>
                  </a:moveTo>
                  <a:lnTo>
                    <a:pt x="142" y="0"/>
                  </a:lnTo>
                  <a:lnTo>
                    <a:pt x="142" y="5"/>
                  </a:lnTo>
                  <a:lnTo>
                    <a:pt x="73" y="5"/>
                  </a:lnTo>
                  <a:lnTo>
                    <a:pt x="73" y="175"/>
                  </a:lnTo>
                  <a:lnTo>
                    <a:pt x="68" y="175"/>
                  </a:lnTo>
                  <a:lnTo>
                    <a:pt x="68" y="5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07EA4914-AC74-4EB8-9118-98D991690F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3" y="1942"/>
              <a:ext cx="130" cy="179"/>
            </a:xfrm>
            <a:custGeom>
              <a:avLst/>
              <a:gdLst>
                <a:gd name="T0" fmla="*/ 0 w 76"/>
                <a:gd name="T1" fmla="*/ 0 h 104"/>
                <a:gd name="T2" fmla="*/ 4 w 76"/>
                <a:gd name="T3" fmla="*/ 0 h 104"/>
                <a:gd name="T4" fmla="*/ 4 w 76"/>
                <a:gd name="T5" fmla="*/ 62 h 104"/>
                <a:gd name="T6" fmla="*/ 12 w 76"/>
                <a:gd name="T7" fmla="*/ 90 h 104"/>
                <a:gd name="T8" fmla="*/ 38 w 76"/>
                <a:gd name="T9" fmla="*/ 100 h 104"/>
                <a:gd name="T10" fmla="*/ 65 w 76"/>
                <a:gd name="T11" fmla="*/ 90 h 104"/>
                <a:gd name="T12" fmla="*/ 73 w 76"/>
                <a:gd name="T13" fmla="*/ 62 h 104"/>
                <a:gd name="T14" fmla="*/ 73 w 76"/>
                <a:gd name="T15" fmla="*/ 0 h 104"/>
                <a:gd name="T16" fmla="*/ 76 w 76"/>
                <a:gd name="T17" fmla="*/ 0 h 104"/>
                <a:gd name="T18" fmla="*/ 76 w 76"/>
                <a:gd name="T19" fmla="*/ 62 h 104"/>
                <a:gd name="T20" fmla="*/ 68 w 76"/>
                <a:gd name="T21" fmla="*/ 92 h 104"/>
                <a:gd name="T22" fmla="*/ 38 w 76"/>
                <a:gd name="T23" fmla="*/ 104 h 104"/>
                <a:gd name="T24" fmla="*/ 9 w 76"/>
                <a:gd name="T25" fmla="*/ 92 h 104"/>
                <a:gd name="T26" fmla="*/ 0 w 76"/>
                <a:gd name="T27" fmla="*/ 62 h 104"/>
                <a:gd name="T28" fmla="*/ 0 w 76"/>
                <a:gd name="T2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104">
                  <a:moveTo>
                    <a:pt x="0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74"/>
                    <a:pt x="6" y="83"/>
                    <a:pt x="12" y="90"/>
                  </a:cubicBezTo>
                  <a:cubicBezTo>
                    <a:pt x="17" y="97"/>
                    <a:pt x="26" y="100"/>
                    <a:pt x="38" y="100"/>
                  </a:cubicBezTo>
                  <a:cubicBezTo>
                    <a:pt x="50" y="100"/>
                    <a:pt x="59" y="97"/>
                    <a:pt x="65" y="90"/>
                  </a:cubicBezTo>
                  <a:cubicBezTo>
                    <a:pt x="70" y="83"/>
                    <a:pt x="73" y="74"/>
                    <a:pt x="73" y="62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62"/>
                    <a:pt x="76" y="62"/>
                    <a:pt x="76" y="62"/>
                  </a:cubicBezTo>
                  <a:cubicBezTo>
                    <a:pt x="76" y="75"/>
                    <a:pt x="73" y="85"/>
                    <a:pt x="68" y="92"/>
                  </a:cubicBezTo>
                  <a:cubicBezTo>
                    <a:pt x="61" y="100"/>
                    <a:pt x="52" y="104"/>
                    <a:pt x="38" y="104"/>
                  </a:cubicBezTo>
                  <a:cubicBezTo>
                    <a:pt x="25" y="104"/>
                    <a:pt x="15" y="100"/>
                    <a:pt x="9" y="92"/>
                  </a:cubicBezTo>
                  <a:cubicBezTo>
                    <a:pt x="3" y="85"/>
                    <a:pt x="0" y="75"/>
                    <a:pt x="0" y="6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4FDD588-6689-4C92-A238-94D5AB9E6310}"/>
              </a:ext>
            </a:extLst>
          </p:cNvPr>
          <p:cNvCxnSpPr>
            <a:cxnSpLocks/>
            <a:stCxn id="10" idx="36"/>
          </p:cNvCxnSpPr>
          <p:nvPr/>
        </p:nvCxnSpPr>
        <p:spPr>
          <a:xfrm flipH="1" flipV="1">
            <a:off x="6" y="672215"/>
            <a:ext cx="9605838" cy="78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BA289117-A229-429C-9C25-E8A79F9116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179956"/>
            <a:ext cx="12191999" cy="2069647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4800" dirty="0">
                <a:solidFill>
                  <a:srgbClr val="232671"/>
                </a:solidFill>
              </a:rPr>
              <a:t>第</a:t>
            </a:r>
            <a:r>
              <a:rPr lang="en-US" altLang="zh-CN" sz="4800" dirty="0">
                <a:solidFill>
                  <a:srgbClr val="232671"/>
                </a:solidFill>
              </a:rPr>
              <a:t>1</a:t>
            </a:r>
            <a:r>
              <a:rPr lang="zh-CN" altLang="en-US" sz="4800" dirty="0">
                <a:solidFill>
                  <a:srgbClr val="232671"/>
                </a:solidFill>
              </a:rPr>
              <a:t>讲 大模型的基本原理</a:t>
            </a:r>
          </a:p>
        </p:txBody>
      </p:sp>
      <p:pic>
        <p:nvPicPr>
          <p:cNvPr id="25" name="图片 24" descr="文本&#10;&#10;中度可信度描述已自动生成">
            <a:extLst>
              <a:ext uri="{FF2B5EF4-FFF2-40B4-BE49-F238E27FC236}">
                <a16:creationId xmlns:a16="http://schemas.microsoft.com/office/drawing/2014/main" id="{67DA68BC-C228-14E5-667A-347EBACCA8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27" y="6304948"/>
            <a:ext cx="1706880" cy="561122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50CE0B9B-94C4-5A59-34D9-287A51B91DC6}"/>
              </a:ext>
            </a:extLst>
          </p:cNvPr>
          <p:cNvSpPr/>
          <p:nvPr/>
        </p:nvSpPr>
        <p:spPr>
          <a:xfrm>
            <a:off x="914402" y="2782170"/>
            <a:ext cx="10625148" cy="92684"/>
          </a:xfrm>
          <a:prstGeom prst="rect">
            <a:avLst/>
          </a:prstGeom>
          <a:solidFill>
            <a:srgbClr val="2426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副标题 2">
            <a:extLst>
              <a:ext uri="{FF2B5EF4-FFF2-40B4-BE49-F238E27FC236}">
                <a16:creationId xmlns:a16="http://schemas.microsoft.com/office/drawing/2014/main" id="{42AD349D-D2DE-B775-0699-7E00579F3830}"/>
              </a:ext>
            </a:extLst>
          </p:cNvPr>
          <p:cNvSpPr txBox="1">
            <a:spLocks/>
          </p:cNvSpPr>
          <p:nvPr/>
        </p:nvSpPr>
        <p:spPr>
          <a:xfrm>
            <a:off x="1" y="3658929"/>
            <a:ext cx="12191998" cy="24838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500" b="1" dirty="0"/>
              <a:t>林江浩</a:t>
            </a:r>
            <a:endParaRPr lang="en-US" altLang="zh-CN" sz="2500" b="1" dirty="0"/>
          </a:p>
          <a:p>
            <a:pPr>
              <a:lnSpc>
                <a:spcPct val="130000"/>
              </a:lnSpc>
            </a:pPr>
            <a:r>
              <a:rPr lang="zh-CN" altLang="en-US" sz="2500" b="1" dirty="0"/>
              <a:t>上海交通大学</a:t>
            </a:r>
            <a:endParaRPr lang="en-US" altLang="zh-CN" sz="2500" b="1" dirty="0"/>
          </a:p>
        </p:txBody>
      </p:sp>
    </p:spTree>
    <p:extLst>
      <p:ext uri="{BB962C8B-B14F-4D97-AF65-F5344CB8AC3E}">
        <p14:creationId xmlns:p14="http://schemas.microsoft.com/office/powerpoint/2010/main" val="5159612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177e98ad-1ab0-4991-b7e8-761cc9e9e2e8&quot;,&quot;Name&quot;:&quot;极简9&quot;,&quot;Kind&quot;:&quot;Custom&quot;,&quot;OldGuidesSetting&quot;:{&quot;HeaderHeight&quot;:11.0,&quot;FooterHeight&quot;:4.0,&quot;SideMargin&quot;:4.0,&quot;TopMargin&quot;:0.0,&quot;BottomMargin&quot;:0.0,&quot;IntervalMargin&quot;:0.0}}"/>
</p:tagLst>
</file>

<file path=ppt/theme/theme1.xml><?xml version="1.0" encoding="utf-8"?>
<a:theme xmlns:a="http://schemas.openxmlformats.org/drawingml/2006/main" name="Office 主题​​">
  <a:themeElements>
    <a:clrScheme name="SJTUB">
      <a:dk1>
        <a:srgbClr val="000000"/>
      </a:dk1>
      <a:lt1>
        <a:srgbClr val="FFFFFF"/>
      </a:lt1>
      <a:dk2>
        <a:srgbClr val="BD9F68"/>
      </a:dk2>
      <a:lt2>
        <a:srgbClr val="B5B5B6"/>
      </a:lt2>
      <a:accent1>
        <a:srgbClr val="004098"/>
      </a:accent1>
      <a:accent2>
        <a:srgbClr val="0086D1"/>
      </a:accent2>
      <a:accent3>
        <a:srgbClr val="F08300"/>
      </a:accent3>
      <a:accent4>
        <a:srgbClr val="FDD000"/>
      </a:accent4>
      <a:accent5>
        <a:srgbClr val="338D27"/>
      </a:accent5>
      <a:accent6>
        <a:srgbClr val="00514E"/>
      </a:accent6>
      <a:hlink>
        <a:srgbClr val="B5B5B6"/>
      </a:hlink>
      <a:folHlink>
        <a:srgbClr val="BD9F68"/>
      </a:folHlink>
    </a:clrScheme>
    <a:fontScheme name="雅黑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整体框图-new-主题</Template>
  <TotalTime>33946</TotalTime>
  <Words>15</Words>
  <Application>Microsoft Macintosh PowerPoint</Application>
  <PresentationFormat>宽屏</PresentationFormat>
  <Paragraphs>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Times New Roman</vt:lpstr>
      <vt:lpstr>Office 主题​​</vt:lpstr>
      <vt:lpstr>第1讲 大模型的基本原理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SHEN Xiaodan</dc:creator>
  <cp:lastModifiedBy>江浩 林</cp:lastModifiedBy>
  <cp:revision>1757</cp:revision>
  <dcterms:created xsi:type="dcterms:W3CDTF">2021-12-04T09:40:10Z</dcterms:created>
  <dcterms:modified xsi:type="dcterms:W3CDTF">2026-09-22T13:33:20Z</dcterms:modified>
  <cp:contentStatus/>
</cp:coreProperties>
</file>